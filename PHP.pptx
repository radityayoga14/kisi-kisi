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5" r:id="rId31"/>
    <p:sldId id="296" r:id="rId32"/>
    <p:sldId id="297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11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8DA41-873F-4C18-A86B-EF102D6224A6}" type="datetimeFigureOut">
              <a:rPr lang="en-ID" smtClean="0"/>
              <a:t>07/05/2026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A0498-91A7-41C8-96A6-BA8C30FE64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973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A0498-91A7-41C8-96A6-BA8C30FE64E7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1490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A0498-91A7-41C8-96A6-BA8C30FE64E7}" type="slidenum">
              <a:rPr lang="en-ID" smtClean="0"/>
              <a:t>46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2037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ED38-031B-8EF5-4E87-A6A3A50EC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7E276-ED87-B387-57D7-4FF0132EE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291DE-1154-3F64-87D8-056354CFD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0A05-9F06-DC4A-3D6C-45394F8FC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A0498-91A7-41C8-96A6-BA8C30FE64E7}" type="slidenum">
              <a:rPr lang="en-ID" smtClean="0"/>
              <a:t>47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7330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BF96-41F4-54E0-4BD3-A61D4E59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71099-C412-1112-10F0-8893CE4A0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9834A-6F19-025D-EEAC-AA9EE8C44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63CD-6633-2862-D067-BBF2B832F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A0498-91A7-41C8-96A6-BA8C30FE64E7}" type="slidenum">
              <a:rPr lang="en-ID" smtClean="0"/>
              <a:t>48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8377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2812-D8D1-106D-983C-EC37F150D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E2E5A-7A10-5754-AA83-7065DF8BE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385457" cy="1463040"/>
          </a:xfrm>
        </p:spPr>
        <p:txBody>
          <a:bodyPr/>
          <a:lstStyle/>
          <a:p>
            <a:r>
              <a:rPr lang="en-US" dirty="0"/>
              <a:t>Nuri </a:t>
            </a:r>
            <a:r>
              <a:rPr lang="en-US" dirty="0" err="1"/>
              <a:t>Sutiyaningsih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  <a:p>
            <a:r>
              <a:rPr lang="en-US" dirty="0"/>
              <a:t>XI RPL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36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9B01-4AB0-F2E7-3D07-DC4F8E90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PENGENALAN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0C38-CE54-4C5B-6833-A7F95D0A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b="1" dirty="0"/>
              <a:t>1. Apa Itu PHP?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PHP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website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b="1" dirty="0" err="1"/>
              <a:t>interaktif</a:t>
            </a:r>
            <a:r>
              <a:rPr lang="en-ID" b="1" dirty="0"/>
              <a:t> dan </a:t>
            </a:r>
            <a:r>
              <a:rPr lang="en-ID" b="1" dirty="0" err="1"/>
              <a:t>dinamis</a:t>
            </a:r>
            <a:r>
              <a:rPr lang="en-ID" dirty="0"/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Kalau website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tulisan dan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PHP </a:t>
            </a:r>
            <a:r>
              <a:rPr lang="en-ID" dirty="0" err="1"/>
              <a:t>memungkinkan</a:t>
            </a:r>
            <a:r>
              <a:rPr lang="en-ID" dirty="0"/>
              <a:t> website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Login </a:t>
            </a:r>
            <a:r>
              <a:rPr lang="en-ID" dirty="0" err="1"/>
              <a:t>akun</a:t>
            </a:r>
            <a:r>
              <a:rPr lang="en-ID" dirty="0"/>
              <a:t>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/>
              <a:t>Menyimpan</a:t>
            </a:r>
            <a:r>
              <a:rPr lang="en-ID" dirty="0"/>
              <a:t> data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/>
              <a:t>Mengelola</a:t>
            </a:r>
            <a:r>
              <a:rPr lang="en-ID" dirty="0"/>
              <a:t> database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Membuat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Membuat toko online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Membuat media </a:t>
            </a:r>
            <a:r>
              <a:rPr lang="en-ID" dirty="0" err="1"/>
              <a:t>sosial</a:t>
            </a:r>
            <a:r>
              <a:rPr lang="en-ID" dirty="0"/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 err="1"/>
              <a:t>Contoh</a:t>
            </a:r>
            <a:r>
              <a:rPr lang="en-ID" dirty="0"/>
              <a:t> website yang </a:t>
            </a:r>
            <a:r>
              <a:rPr lang="en-ID" dirty="0" err="1"/>
              <a:t>menggunakan</a:t>
            </a:r>
            <a:r>
              <a:rPr lang="en-ID" dirty="0"/>
              <a:t> PHP: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WordPress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Facebook (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)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Moodle </a:t>
            </a: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/>
              <a:t>Wikipedia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059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2EBF-C80E-2CD6-6E17-89CC1E6B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Kepanjangan</a:t>
            </a:r>
            <a:r>
              <a:rPr lang="en-ID" dirty="0"/>
              <a:t>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4EF1-D165-E144-ABB1-7A496A378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Dulu</a:t>
            </a:r>
            <a:r>
              <a:rPr lang="en-ID" dirty="0"/>
              <a:t> PHP </a:t>
            </a:r>
            <a:r>
              <a:rPr lang="en-ID" dirty="0" err="1"/>
              <a:t>memiliki</a:t>
            </a:r>
            <a:r>
              <a:rPr lang="en-ID" dirty="0"/>
              <a:t> arti:</a:t>
            </a:r>
          </a:p>
          <a:p>
            <a:r>
              <a:rPr lang="en-ID" b="1" dirty="0"/>
              <a:t>PHP: Personal Home Page</a:t>
            </a:r>
          </a:p>
          <a:p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:</a:t>
            </a:r>
          </a:p>
          <a:p>
            <a:r>
              <a:rPr lang="en-ID" b="1" dirty="0"/>
              <a:t>PHP: Hypertext Preprocessor</a:t>
            </a:r>
          </a:p>
          <a:p>
            <a:r>
              <a:rPr lang="en-ID" dirty="0" err="1"/>
              <a:t>Disebut</a:t>
            </a:r>
            <a:r>
              <a:rPr lang="en-ID" dirty="0"/>
              <a:t> “recursive acronym” </a:t>
            </a:r>
            <a:r>
              <a:rPr lang="en-ID" dirty="0" err="1"/>
              <a:t>karena</a:t>
            </a:r>
            <a:r>
              <a:rPr lang="en-ID" dirty="0"/>
              <a:t> kata PHP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kepanjangannya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5605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9DB2-E451-40EE-CDEC-B95ADADA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Penemu</a:t>
            </a:r>
            <a:r>
              <a:rPr lang="en-ID" dirty="0"/>
              <a:t> PHP?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69EC-2BEE-E4B6-9968-93D63D36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867739" cy="4023360"/>
          </a:xfrm>
        </p:spPr>
        <p:txBody>
          <a:bodyPr/>
          <a:lstStyle/>
          <a:p>
            <a:r>
              <a:rPr lang="en-ID" dirty="0"/>
              <a:t>PHP </a:t>
            </a:r>
            <a:r>
              <a:rPr lang="en-ID" dirty="0" err="1"/>
              <a:t>dibuat</a:t>
            </a:r>
            <a:r>
              <a:rPr lang="en-ID" dirty="0"/>
              <a:t> oleh:</a:t>
            </a:r>
          </a:p>
          <a:p>
            <a:r>
              <a:rPr lang="en-ID" b="1" dirty="0"/>
              <a:t>Rasmus Lerdorf</a:t>
            </a:r>
          </a:p>
          <a:p>
            <a:r>
              <a:rPr lang="en-ID" dirty="0"/>
              <a:t>pada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b="1" dirty="0"/>
              <a:t>1994.</a:t>
            </a:r>
          </a:p>
          <a:p>
            <a:r>
              <a:rPr lang="en-ID" dirty="0" err="1"/>
              <a:t>Awalnya</a:t>
            </a:r>
            <a:r>
              <a:rPr lang="en-ID" dirty="0"/>
              <a:t> PHP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pengunjung</a:t>
            </a:r>
            <a:r>
              <a:rPr lang="en-ID" dirty="0"/>
              <a:t> website </a:t>
            </a:r>
            <a:r>
              <a:rPr lang="en-ID" dirty="0" err="1"/>
              <a:t>pribadinya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Mengolah </a:t>
            </a:r>
            <a:r>
              <a:rPr lang="en-ID" dirty="0" err="1"/>
              <a:t>formulir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</a:p>
          <a:p>
            <a:r>
              <a:rPr lang="en-ID" dirty="0" err="1"/>
              <a:t>Tetapi</a:t>
            </a:r>
            <a:r>
              <a:rPr lang="en-ID" dirty="0"/>
              <a:t> lama-</a:t>
            </a:r>
            <a:r>
              <a:rPr lang="en-ID" dirty="0" err="1"/>
              <a:t>kelamaan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web </a:t>
            </a:r>
            <a:r>
              <a:rPr lang="en-ID" dirty="0" err="1"/>
              <a:t>terbesar</a:t>
            </a:r>
            <a:r>
              <a:rPr lang="en-ID" dirty="0"/>
              <a:t> di dunia.</a:t>
            </a:r>
          </a:p>
          <a:p>
            <a:endParaRPr lang="en-ID" dirty="0"/>
          </a:p>
        </p:txBody>
      </p:sp>
      <p:pic>
        <p:nvPicPr>
          <p:cNvPr id="1026" name="Picture 2" descr="Rasmus Lerdorf, bapak PHP: Pemrograman itu membosankan">
            <a:extLst>
              <a:ext uri="{FF2B5EF4-FFF2-40B4-BE49-F238E27FC236}">
                <a16:creationId xmlns:a16="http://schemas.microsoft.com/office/drawing/2014/main" id="{9103151C-049B-9FAF-A475-19DFCC388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76" y="2556934"/>
            <a:ext cx="4829715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41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DD31-68C9-8A26-D729-F1D488FB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Mengapa</a:t>
            </a:r>
            <a:r>
              <a:rPr lang="en-ID" dirty="0"/>
              <a:t> PHP Sangat Populer?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B7E6A-9A23-B2A6-97B6-1057B1170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Karena: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Gratis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dipelajari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Banyak tutorial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pemula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Bisa </a:t>
            </a:r>
            <a:r>
              <a:rPr lang="en-ID" dirty="0" err="1"/>
              <a:t>berjalan</a:t>
            </a:r>
            <a:r>
              <a:rPr lang="en-ID" dirty="0"/>
              <a:t> di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Mendukung</a:t>
            </a:r>
            <a:r>
              <a:rPr lang="en-ID" dirty="0"/>
              <a:t> database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Banyak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industri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641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55E9-ED49-DA4D-0917-76E022DE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 Bedanya HTML dan PHP?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EC84E4-C2EE-53E8-3BFA-3304BDEDB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535659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886718656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893727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/>
                        <a:t>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/>
                        <a:t>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41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Menampilkan tampilan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Mengolah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8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Bersifat statis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Bersifat dinamis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84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Tidak bisa menghitung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Bisa menghitung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8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Tidak bisa konek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Bisa </a:t>
                      </a:r>
                      <a:r>
                        <a:rPr lang="en-ID" dirty="0" err="1"/>
                        <a:t>konek</a:t>
                      </a:r>
                      <a:r>
                        <a:rPr lang="en-ID" dirty="0"/>
                        <a:t>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7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92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0238-B08A-4973-FCE6-D44B86D8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 Maksud Website </a:t>
            </a:r>
            <a:r>
              <a:rPr lang="en-ID" dirty="0" err="1"/>
              <a:t>Dinamis</a:t>
            </a:r>
            <a:r>
              <a:rPr lang="en-ID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BEAC-60DC-7DC4-0366-1D3F4473A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Website </a:t>
            </a:r>
            <a:r>
              <a:rPr lang="en-ID" dirty="0" err="1"/>
              <a:t>dinamis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website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Username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saldo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Komentar</a:t>
            </a:r>
            <a:r>
              <a:rPr lang="en-ID" dirty="0"/>
              <a:t> </a:t>
            </a:r>
            <a:r>
              <a:rPr lang="en-ID" dirty="0" err="1"/>
              <a:t>bertambah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024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4DBB-7A12-AE79-A06F-DF5A9A2F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Cara Kerja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F87D-E453-AC9D-F43A-407B9F49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dirty="0"/>
              <a:t>Ketika user </a:t>
            </a:r>
            <a:r>
              <a:rPr lang="en-ID" dirty="0" err="1"/>
              <a:t>membuka</a:t>
            </a:r>
            <a:r>
              <a:rPr lang="en-ID" dirty="0"/>
              <a:t> website:</a:t>
            </a:r>
          </a:p>
          <a:p>
            <a:r>
              <a:rPr lang="en-ID" dirty="0"/>
              <a:t>Browser - Server - PHP </a:t>
            </a:r>
            <a:r>
              <a:rPr lang="en-ID" dirty="0" err="1"/>
              <a:t>diproses</a:t>
            </a:r>
            <a:r>
              <a:rPr lang="en-ID" dirty="0"/>
              <a:t> - Hasil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browser</a:t>
            </a:r>
          </a:p>
          <a:p>
            <a:endParaRPr lang="en-ID" dirty="0"/>
          </a:p>
          <a:p>
            <a:r>
              <a:rPr lang="en-ID" b="1" dirty="0"/>
              <a:t>1. User </a:t>
            </a:r>
            <a:r>
              <a:rPr lang="en-ID" b="1" dirty="0" err="1"/>
              <a:t>membuka</a:t>
            </a:r>
            <a:r>
              <a:rPr lang="en-ID" b="1" dirty="0"/>
              <a:t> website</a:t>
            </a:r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localhost/</a:t>
            </a:r>
            <a:r>
              <a:rPr lang="en-ID" dirty="0" err="1"/>
              <a:t>sekolah</a:t>
            </a:r>
            <a:endParaRPr lang="en-ID" dirty="0"/>
          </a:p>
          <a:p>
            <a:endParaRPr lang="en-ID" dirty="0"/>
          </a:p>
          <a:p>
            <a:r>
              <a:rPr lang="en-ID" b="1" dirty="0"/>
              <a:t>2. Request </a:t>
            </a:r>
            <a:r>
              <a:rPr lang="en-ID" b="1" dirty="0" err="1"/>
              <a:t>dikirim</a:t>
            </a:r>
            <a:r>
              <a:rPr lang="en-ID" b="1" dirty="0"/>
              <a:t> </a:t>
            </a:r>
            <a:r>
              <a:rPr lang="en-ID" b="1" dirty="0" err="1"/>
              <a:t>ke</a:t>
            </a:r>
            <a:r>
              <a:rPr lang="en-ID" b="1" dirty="0"/>
              <a:t> server</a:t>
            </a:r>
          </a:p>
          <a:p>
            <a:r>
              <a:rPr lang="en-ID" dirty="0"/>
              <a:t>Server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yang </a:t>
            </a:r>
            <a:r>
              <a:rPr lang="en-ID" dirty="0" err="1"/>
              <a:t>menjalankan</a:t>
            </a:r>
            <a:r>
              <a:rPr lang="en-ID" dirty="0"/>
              <a:t> website.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335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364D-1626-F586-36EC-4DC982BE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A067-DA65-8C40-B10D-BC08D1DD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Cara Kerja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45C5-0AD2-0652-3732-7592DD7A0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b="1" dirty="0"/>
              <a:t>3. PHP </a:t>
            </a:r>
            <a:r>
              <a:rPr lang="en-ID" b="1" dirty="0" err="1"/>
              <a:t>diproses</a:t>
            </a:r>
            <a:r>
              <a:rPr lang="en-ID" b="1" dirty="0"/>
              <a:t> di server</a:t>
            </a:r>
          </a:p>
          <a:p>
            <a:r>
              <a:rPr lang="en-ID" dirty="0"/>
              <a:t>PHP: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Menghitung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Mengambil</a:t>
            </a:r>
            <a:r>
              <a:rPr lang="en-ID" dirty="0"/>
              <a:t> data database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Mengecek login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Memproses form</a:t>
            </a:r>
          </a:p>
          <a:p>
            <a:pPr marL="0" indent="0">
              <a:buNone/>
            </a:pPr>
            <a:endParaRPr lang="en-ID" dirty="0"/>
          </a:p>
          <a:p>
            <a:r>
              <a:rPr lang="en-ID" b="1" dirty="0"/>
              <a:t>4. Hasil </a:t>
            </a:r>
            <a:r>
              <a:rPr lang="en-ID" b="1" dirty="0" err="1"/>
              <a:t>dikirim</a:t>
            </a:r>
            <a:r>
              <a:rPr lang="en-ID" b="1" dirty="0"/>
              <a:t> </a:t>
            </a:r>
            <a:r>
              <a:rPr lang="en-ID" b="1" dirty="0" err="1"/>
              <a:t>ke</a:t>
            </a:r>
            <a:r>
              <a:rPr lang="en-ID" b="1" dirty="0"/>
              <a:t> browser</a:t>
            </a:r>
          </a:p>
          <a:p>
            <a:r>
              <a:rPr lang="en-ID" dirty="0"/>
              <a:t>Yang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browser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PHP,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akhirnya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HTML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330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872B-1487-6976-3A8A-D204FB77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Kenapa</a:t>
            </a:r>
            <a:r>
              <a:rPr lang="en-ID" dirty="0"/>
              <a:t> PHP </a:t>
            </a:r>
            <a:r>
              <a:rPr lang="en-ID" dirty="0" err="1"/>
              <a:t>Disebut</a:t>
            </a:r>
            <a:r>
              <a:rPr lang="en-ID" dirty="0"/>
              <a:t> Server Side?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C229-912F-E903-3EAB-28988F72C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Karena PHP </a:t>
            </a:r>
            <a:r>
              <a:rPr lang="en-ID" dirty="0" err="1"/>
              <a:t>berjalan</a:t>
            </a:r>
            <a:r>
              <a:rPr lang="en-ID" dirty="0"/>
              <a:t> di server.</a:t>
            </a:r>
          </a:p>
          <a:p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JavaScript yang </a:t>
            </a:r>
            <a:r>
              <a:rPr lang="en-ID" dirty="0" err="1"/>
              <a:t>berjalan</a:t>
            </a:r>
            <a:r>
              <a:rPr lang="en-ID" dirty="0"/>
              <a:t> di browser.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58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D0F5-E077-ED77-CFCA-843908A1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</a:t>
            </a:r>
            <a:r>
              <a:rPr lang="en-ID" dirty="0" err="1"/>
              <a:t>kasus</a:t>
            </a:r>
            <a:r>
              <a:rPr lang="en-ID" dirty="0"/>
              <a:t> PHP di dunia </a:t>
            </a:r>
            <a:r>
              <a:rPr lang="en-ID" dirty="0" err="1"/>
              <a:t>nyata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97BDE-FD7E-52EB-8EC3-39AE8F2E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 err="1"/>
              <a:t>Perumpamaan</a:t>
            </a:r>
            <a:r>
              <a:rPr lang="en-ID" dirty="0"/>
              <a:t> </a:t>
            </a:r>
            <a:r>
              <a:rPr lang="en-ID" dirty="0" err="1"/>
              <a:t>Restoran</a:t>
            </a:r>
            <a:endParaRPr lang="en-ID" dirty="0"/>
          </a:p>
          <a:p>
            <a:endParaRPr lang="en-ID" b="1" dirty="0"/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Browser/User </a:t>
            </a:r>
            <a:r>
              <a:rPr lang="en-ID" dirty="0"/>
              <a:t>= </a:t>
            </a:r>
            <a:r>
              <a:rPr lang="en-ID" dirty="0" err="1"/>
              <a:t>pelanggan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Server </a:t>
            </a:r>
            <a:r>
              <a:rPr lang="en-ID" dirty="0"/>
              <a:t>= </a:t>
            </a:r>
            <a:r>
              <a:rPr lang="en-ID" dirty="0" err="1"/>
              <a:t>dapur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PHP </a:t>
            </a:r>
            <a:r>
              <a:rPr lang="en-ID" dirty="0"/>
              <a:t>= </a:t>
            </a:r>
            <a:r>
              <a:rPr lang="en-ID" dirty="0" err="1"/>
              <a:t>koki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Database </a:t>
            </a:r>
            <a:r>
              <a:rPr lang="en-ID" dirty="0"/>
              <a:t>= </a:t>
            </a:r>
            <a:r>
              <a:rPr lang="en-ID" dirty="0" err="1"/>
              <a:t>gudang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makanan</a:t>
            </a:r>
            <a:endParaRPr lang="en-ID" dirty="0"/>
          </a:p>
          <a:p>
            <a:endParaRPr lang="en-ID" dirty="0"/>
          </a:p>
          <a:p>
            <a:r>
              <a:rPr lang="en-ID" dirty="0"/>
              <a:t>Jadi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kerjanya</a:t>
            </a:r>
            <a:r>
              <a:rPr lang="en-ID" dirty="0"/>
              <a:t> :</a:t>
            </a:r>
          </a:p>
          <a:p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memesan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- Koki </a:t>
            </a:r>
            <a:r>
              <a:rPr lang="en-ID" dirty="0" err="1"/>
              <a:t>memasak</a:t>
            </a:r>
            <a:r>
              <a:rPr lang="en-ID" dirty="0"/>
              <a:t> - Bahan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Gudang -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pelanggan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28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0F58-4CDF-31B3-EF15-5D18A961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Software yang </a:t>
            </a:r>
            <a:r>
              <a:rPr lang="en-ID" dirty="0" err="1"/>
              <a:t>Dibutuhkan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B4BE6-954A-464C-83BD-0B37C18B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XAMPP</a:t>
            </a:r>
          </a:p>
          <a:p>
            <a:r>
              <a:rPr lang="en-ID" dirty="0"/>
              <a:t>(Klik start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apache</a:t>
            </a:r>
            <a:r>
              <a:rPr lang="en-ID" dirty="0"/>
              <a:t> dan </a:t>
            </a:r>
            <a:r>
              <a:rPr lang="en-ID" dirty="0" err="1"/>
              <a:t>mysql</a:t>
            </a:r>
            <a:r>
              <a:rPr lang="en-ID" dirty="0"/>
              <a:t>) </a:t>
            </a:r>
          </a:p>
        </p:txBody>
      </p:sp>
      <p:pic>
        <p:nvPicPr>
          <p:cNvPr id="3074" name="Picture 2" descr="XAMPP - Wikipedia bahasa Indonesia, ensiklopedia bebas">
            <a:extLst>
              <a:ext uri="{FF2B5EF4-FFF2-40B4-BE49-F238E27FC236}">
                <a16:creationId xmlns:a16="http://schemas.microsoft.com/office/drawing/2014/main" id="{78703F6D-F38A-833B-589B-A22F4D876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918" y="2175510"/>
            <a:ext cx="63627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8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4BFF-403B-37B4-EB0D-1DBBAC73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0F0F-E9E2-0DDB-7068-53A8BE1E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Software yang </a:t>
            </a:r>
            <a:r>
              <a:rPr lang="en-ID" dirty="0" err="1"/>
              <a:t>Dibutuhkan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79B8-537C-A189-D9AC-B208A6DCB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276005" cy="4023360"/>
          </a:xfrm>
        </p:spPr>
        <p:txBody>
          <a:bodyPr/>
          <a:lstStyle/>
          <a:p>
            <a:r>
              <a:rPr lang="en-ID" dirty="0"/>
              <a:t>Code Editor</a:t>
            </a:r>
          </a:p>
          <a:p>
            <a:r>
              <a:rPr lang="en-ID" dirty="0"/>
              <a:t>(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visual studio code </a:t>
            </a:r>
            <a:r>
              <a:rPr lang="en-ID" dirty="0" err="1"/>
              <a:t>atau</a:t>
            </a:r>
            <a:r>
              <a:rPr lang="en-ID" dirty="0"/>
              <a:t> compiler lain)</a:t>
            </a:r>
          </a:p>
        </p:txBody>
      </p:sp>
      <p:pic>
        <p:nvPicPr>
          <p:cNvPr id="4098" name="Picture 2" descr="GitHub - microsoft/vscode: Visual Studio Code · GitHub">
            <a:extLst>
              <a:ext uri="{FF2B5EF4-FFF2-40B4-BE49-F238E27FC236}">
                <a16:creationId xmlns:a16="http://schemas.microsoft.com/office/drawing/2014/main" id="{4564CA1A-F74D-31C3-8CED-37DD9B290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164" y="2084832"/>
            <a:ext cx="5870223" cy="440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687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2761-EE48-2387-7A4A-FBB0A458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503E-113C-EC99-8666-6CB7ECB1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Apache HTTP Server </a:t>
            </a:r>
            <a:r>
              <a:rPr lang="en-ID" dirty="0" err="1"/>
              <a:t>adalah</a:t>
            </a:r>
            <a:r>
              <a:rPr lang="en-ID" dirty="0"/>
              <a:t> software server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website. </a:t>
            </a:r>
            <a:r>
              <a:rPr lang="en-ID" dirty="0" err="1"/>
              <a:t>Tanpa</a:t>
            </a:r>
            <a:r>
              <a:rPr lang="en-ID" dirty="0"/>
              <a:t> Apache </a:t>
            </a:r>
            <a:r>
              <a:rPr lang="en-ID" dirty="0" err="1"/>
              <a:t>maka</a:t>
            </a:r>
            <a:r>
              <a:rPr lang="en-ID" dirty="0"/>
              <a:t> PHP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 di browser.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152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2703-34AE-4829-549F-037B3CA3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8E79-9279-627C-503F-8B5C9BC00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MySQL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data.</a:t>
            </a:r>
          </a:p>
          <a:p>
            <a:r>
              <a:rPr lang="en-ID" dirty="0" err="1"/>
              <a:t>Contoh</a:t>
            </a:r>
            <a:r>
              <a:rPr lang="en-ID" dirty="0"/>
              <a:t> data: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</a:t>
            </a:r>
            <a:r>
              <a:rPr lang="en-ID" dirty="0" err="1"/>
              <a:t>siswa</a:t>
            </a:r>
            <a:r>
              <a:rPr lang="en-ID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Password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Nilai 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Barang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73749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C41-9E12-275B-D238-803CB2DD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PROGRAM PHP PERTAMA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90F0-30A4-6D49-ED7D-067A5302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Membuat Folder Project</a:t>
            </a:r>
          </a:p>
          <a:p>
            <a:r>
              <a:rPr lang="da-DK" dirty="0"/>
              <a:t>Buat folder:</a:t>
            </a:r>
          </a:p>
          <a:p>
            <a:r>
              <a:rPr lang="da-DK" dirty="0"/>
              <a:t>belajarphp</a:t>
            </a:r>
          </a:p>
          <a:p>
            <a:endParaRPr lang="en-ID" dirty="0"/>
          </a:p>
          <a:p>
            <a:r>
              <a:rPr lang="en-ID" dirty="0"/>
              <a:t>Jadi </a:t>
            </a:r>
            <a:r>
              <a:rPr lang="en-ID" dirty="0" err="1"/>
              <a:t>nyimpan</a:t>
            </a:r>
            <a:r>
              <a:rPr lang="en-ID" dirty="0"/>
              <a:t> folder/file </a:t>
            </a:r>
            <a:r>
              <a:rPr lang="en-ID" dirty="0" err="1"/>
              <a:t>apapun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folder </a:t>
            </a:r>
            <a:r>
              <a:rPr lang="en-ID" dirty="0" err="1"/>
              <a:t>htdocs</a:t>
            </a:r>
            <a:r>
              <a:rPr lang="en-ID" dirty="0"/>
              <a:t>.</a:t>
            </a:r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=C:\xampp\htdocs\belajarphp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71324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1D95-23BB-82B5-022C-06BC5CB6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Membuat File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663C-CCF6-E32B-69B7-BDA92094D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Buat file:</a:t>
            </a:r>
          </a:p>
          <a:p>
            <a:r>
              <a:rPr lang="en-ID" dirty="0" err="1"/>
              <a:t>index.php</a:t>
            </a:r>
            <a:endParaRPr lang="en-ID" dirty="0"/>
          </a:p>
          <a:p>
            <a:endParaRPr lang="en-ID" dirty="0"/>
          </a:p>
          <a:p>
            <a:r>
              <a:rPr lang="en-ID" dirty="0" err="1"/>
              <a:t>Contoh</a:t>
            </a:r>
            <a:r>
              <a:rPr lang="en-ID" dirty="0"/>
              <a:t> :</a:t>
            </a:r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=C:\xampp\htdocs\belajarphp\index.php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52267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E371-FA17-876B-6B8A-4BE678FD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Struktur</a:t>
            </a:r>
            <a:r>
              <a:rPr lang="en-ID" dirty="0"/>
              <a:t> Dasar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C937-8C37-B3E5-B294-5F119F9E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&lt;?</a:t>
            </a:r>
            <a:r>
              <a:rPr lang="en-ID" b="1" dirty="0" err="1"/>
              <a:t>php</a:t>
            </a:r>
            <a:br>
              <a:rPr lang="en-ID" b="1" dirty="0"/>
            </a:br>
            <a:br>
              <a:rPr lang="en-ID" b="1" dirty="0"/>
            </a:br>
            <a:r>
              <a:rPr lang="en-ID" b="1" dirty="0"/>
              <a:t>?&gt;</a:t>
            </a:r>
          </a:p>
          <a:p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PHP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tag </a:t>
            </a:r>
            <a:r>
              <a:rPr lang="en-ID" dirty="0" err="1"/>
              <a:t>tersebut</a:t>
            </a:r>
            <a:r>
              <a:rPr lang="en-ID" dirty="0"/>
              <a:t>. (</a:t>
            </a:r>
            <a:r>
              <a:rPr lang="en-ID" dirty="0" err="1"/>
              <a:t>mirip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HTML)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6405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CB80-D246-20C0-BCC8-328F9B17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Program </a:t>
            </a:r>
            <a:r>
              <a:rPr lang="en-ID" dirty="0" err="1"/>
              <a:t>Pertama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D136-969C-5844-747B-F14ED229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r>
              <a:rPr lang="en-ID" dirty="0"/>
              <a:t>echo "Halo Dunia";</a:t>
            </a:r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04674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44B3-7E4B-DB6B-369A-A7B75896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 Itu echo?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D6A0A-4777-A78E-7B23-2652182F5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echo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tulisan.</a:t>
            </a:r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&lt;?</a:t>
            </a:r>
            <a:r>
              <a:rPr lang="en-ID" dirty="0" err="1"/>
              <a:t>php</a:t>
            </a:r>
            <a:br>
              <a:rPr lang="en-ID" dirty="0"/>
            </a:br>
            <a:r>
              <a:rPr lang="en-ID" dirty="0"/>
              <a:t>echo "Saya </a:t>
            </a:r>
            <a:r>
              <a:rPr lang="en-ID" dirty="0" err="1"/>
              <a:t>belajar</a:t>
            </a:r>
            <a:r>
              <a:rPr lang="en-ID" dirty="0"/>
              <a:t> PHP";</a:t>
            </a:r>
            <a:br>
              <a:rPr lang="en-ID" dirty="0"/>
            </a:br>
            <a:r>
              <a:rPr lang="en-ID" dirty="0"/>
              <a:t>?&gt;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336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52B7-087C-D97D-1ADD-B3FB41A8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Menjalankan</a:t>
            </a:r>
            <a:r>
              <a:rPr lang="en-ID" dirty="0"/>
              <a:t>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0C28A-5629-AEC9-B17A-8F99750A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Buka browser dan </a:t>
            </a:r>
            <a:r>
              <a:rPr lang="en-ID" dirty="0" err="1"/>
              <a:t>ketikan</a:t>
            </a:r>
            <a:r>
              <a:rPr lang="en-ID" dirty="0"/>
              <a:t>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penulisan</a:t>
            </a:r>
            <a:r>
              <a:rPr lang="en-ID" dirty="0"/>
              <a:t> link:</a:t>
            </a:r>
          </a:p>
          <a:p>
            <a:r>
              <a:rPr lang="en-ID" dirty="0"/>
              <a:t>localhost/</a:t>
            </a:r>
            <a:r>
              <a:rPr lang="en-ID" dirty="0" err="1"/>
              <a:t>belajarphp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78919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881A-59B1-A89C-0102-3C1E9F50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VARIABEL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0BA7A-DD2B-E27A-3B2D-B8D651CD1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Variabel adalah tempat menyimpan data.</a:t>
            </a:r>
          </a:p>
          <a:p>
            <a:r>
              <a:rPr lang="sv-SE" b="1" dirty="0"/>
              <a:t>Contoh</a:t>
            </a:r>
          </a:p>
          <a:p>
            <a:r>
              <a:rPr lang="sv-SE" dirty="0"/>
              <a:t>Variabel seperti: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Kotak penyimpanan 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Gelas 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Tas </a:t>
            </a:r>
          </a:p>
          <a:p>
            <a:r>
              <a:rPr lang="sv-SE" dirty="0"/>
              <a:t>yang bisa diisi sesuatu.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86842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C669-B311-4416-7C6C-384A07E1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Variabel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3F2C-68B8-0CE4-B17F-869D9CBC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Dalam PHP variabel diawali $</a:t>
            </a:r>
          </a:p>
          <a:p>
            <a:r>
              <a:rPr lang="it-IT" dirty="0"/>
              <a:t>&lt;?php</a:t>
            </a:r>
            <a:br>
              <a:rPr lang="it-IT" dirty="0"/>
            </a:br>
            <a:r>
              <a:rPr lang="it-IT" dirty="0"/>
              <a:t>$nama = "Andrei";</a:t>
            </a:r>
          </a:p>
          <a:p>
            <a:r>
              <a:rPr lang="it-IT" dirty="0"/>
              <a:t>$absen = ‘’Satu’’;</a:t>
            </a:r>
            <a:br>
              <a:rPr lang="it-IT" dirty="0"/>
            </a:br>
            <a:r>
              <a:rPr lang="it-IT" dirty="0"/>
              <a:t>?&gt;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5352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B81E-95AA-47D9-5CEF-2965F119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Variabel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B3470-58C3-963B-A41B-E66D88C8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&lt;?php</a:t>
            </a:r>
          </a:p>
          <a:p>
            <a:r>
              <a:rPr lang="pl-PL" dirty="0"/>
              <a:t>$nama = “</a:t>
            </a:r>
            <a:r>
              <a:rPr lang="en-US" dirty="0"/>
              <a:t>Andrei</a:t>
            </a:r>
            <a:r>
              <a:rPr lang="pl-PL" dirty="0"/>
              <a:t>";</a:t>
            </a:r>
            <a:endParaRPr lang="en-US" dirty="0"/>
          </a:p>
          <a:p>
            <a:r>
              <a:rPr lang="en-US" dirty="0"/>
              <a:t>$</a:t>
            </a:r>
            <a:r>
              <a:rPr lang="en-US" dirty="0" err="1"/>
              <a:t>absen</a:t>
            </a:r>
            <a:r>
              <a:rPr lang="en-US" dirty="0"/>
              <a:t> = ‘’Satu’’;</a:t>
            </a:r>
            <a:endParaRPr lang="pl-PL" dirty="0"/>
          </a:p>
          <a:p>
            <a:endParaRPr lang="pl-PL" dirty="0"/>
          </a:p>
          <a:p>
            <a:r>
              <a:rPr lang="pl-PL" dirty="0"/>
              <a:t>echo $nama;</a:t>
            </a:r>
            <a:endParaRPr lang="en-US" dirty="0"/>
          </a:p>
          <a:p>
            <a:r>
              <a:rPr lang="en-US" dirty="0"/>
              <a:t>echo $</a:t>
            </a:r>
            <a:r>
              <a:rPr lang="en-US" dirty="0" err="1"/>
              <a:t>absen</a:t>
            </a:r>
            <a:r>
              <a:rPr lang="en-US" dirty="0"/>
              <a:t>;</a:t>
            </a:r>
            <a:endParaRPr lang="pl-PL" dirty="0"/>
          </a:p>
          <a:p>
            <a:r>
              <a:rPr lang="pl-PL" dirty="0"/>
              <a:t>?&gt;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63543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0713-207E-0B05-6F6F-11D24633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Variabel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3D6B-396D-8519-7D4E-CD42507A0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Diperbolehkan</a:t>
            </a:r>
            <a:r>
              <a:rPr lang="en-ID" dirty="0"/>
              <a:t> 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$nama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$</a:t>
            </a:r>
            <a:r>
              <a:rPr lang="en-ID" dirty="0" err="1"/>
              <a:t>umur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$</a:t>
            </a:r>
            <a:r>
              <a:rPr lang="en-ID" dirty="0" err="1"/>
              <a:t>nilai_siswa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Tidak </a:t>
            </a:r>
            <a:r>
              <a:rPr lang="en-ID" dirty="0" err="1"/>
              <a:t>Diperbolehkan</a:t>
            </a:r>
            <a:r>
              <a:rPr lang="en-ID" dirty="0"/>
              <a:t> 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$1nama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$nama </a:t>
            </a:r>
            <a:r>
              <a:rPr lang="en-ID" dirty="0" err="1"/>
              <a:t>siswa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60652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CCB1-4E8D-712B-1D64-44C8DC51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TIPE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B7804-C058-F957-FA7B-05745DA93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871310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715944921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538481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/>
                        <a:t>Tipe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/>
                        <a:t>Contoh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“Andrei"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85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2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75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true/false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55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24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391D-810B-2665-552B-50B7C08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C70944-B605-70B7-1DF1-10386BD84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902652"/>
              </p:ext>
            </p:extLst>
          </p:nvPr>
        </p:nvGraphicFramePr>
        <p:xfrm>
          <a:off x="1024128" y="188163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83810846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867834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/>
                        <a:t>Operator </a:t>
                      </a:r>
                      <a:r>
                        <a:rPr lang="en-ID" b="1" dirty="0" err="1"/>
                        <a:t>Matematika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/>
                        <a:t>Fungsi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tambah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4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kurang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459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kali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7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bagi</a:t>
                      </a:r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4026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D222C9-041A-9C1B-7261-3A37F5711980}"/>
              </a:ext>
            </a:extLst>
          </p:cNvPr>
          <p:cNvSpPr txBox="1">
            <a:spLocks/>
          </p:cNvSpPr>
          <p:nvPr/>
        </p:nvSpPr>
        <p:spPr>
          <a:xfrm>
            <a:off x="1024128" y="3913632"/>
            <a:ext cx="9720073" cy="2395727"/>
          </a:xfrm>
          <a:prstGeom prst="rect">
            <a:avLst/>
          </a:prstGeom>
        </p:spPr>
        <p:txBody>
          <a:bodyPr vert="horz" lIns="45720" tIns="45720" rIns="4572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$a = 10;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$b = 5;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</a:t>
            </a:r>
            <a:r>
              <a:rPr lang="en-ID" dirty="0" err="1"/>
              <a:t>hasil</a:t>
            </a:r>
            <a:r>
              <a:rPr lang="en-ID" dirty="0"/>
              <a:t> = $a + $b;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echo $</a:t>
            </a:r>
            <a:r>
              <a:rPr lang="en-ID" dirty="0" err="1"/>
              <a:t>hasil</a:t>
            </a:r>
            <a:r>
              <a:rPr lang="en-ID" dirty="0"/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247280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AF9E-ECDC-275A-9D16-BECEFD8D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INPUT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1D85-7320-77D1-C8DC-DD725AC1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&lt;form method="POST"&gt;</a:t>
            </a:r>
          </a:p>
          <a:p>
            <a:endParaRPr lang="en-US" dirty="0"/>
          </a:p>
          <a:p>
            <a:r>
              <a:rPr lang="en-US" dirty="0"/>
              <a:t>&lt;input type="text" name="nama"&gt;</a:t>
            </a:r>
          </a:p>
          <a:p>
            <a:endParaRPr lang="en-US" dirty="0"/>
          </a:p>
          <a:p>
            <a:r>
              <a:rPr lang="en-US" dirty="0"/>
              <a:t>&lt;button type="submit"&gt;</a:t>
            </a:r>
          </a:p>
          <a:p>
            <a:r>
              <a:rPr lang="en-US" dirty="0"/>
              <a:t>Kirim</a:t>
            </a:r>
          </a:p>
          <a:p>
            <a:r>
              <a:rPr lang="en-US" dirty="0"/>
              <a:t>&lt;/button&gt;</a:t>
            </a:r>
          </a:p>
          <a:p>
            <a:endParaRPr lang="en-US" dirty="0"/>
          </a:p>
          <a:p>
            <a:r>
              <a:rPr lang="en-US" dirty="0"/>
              <a:t>&lt;/form&gt;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8779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4CCA-F726-D5FC-2DF7-5E3CD7BF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Mengambil</a:t>
            </a:r>
            <a:r>
              <a:rPr lang="en-ID" dirty="0"/>
              <a:t> Data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EEF89-E785-AAFF-3016-3467BF157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/>
              <a:t>echo $_POST['nama'];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686540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F1C9-07BC-AE97-3E35-9D0B23CE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PERCABANGAN if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19EF7-50EA-E44C-FD64-0AF622426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</a:t>
            </a:r>
            <a:r>
              <a:rPr lang="en-ID" dirty="0" err="1"/>
              <a:t>nilai</a:t>
            </a:r>
            <a:r>
              <a:rPr lang="en-ID" dirty="0"/>
              <a:t> = 80;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if ($</a:t>
            </a:r>
            <a:r>
              <a:rPr lang="en-ID" dirty="0" err="1"/>
              <a:t>nilai</a:t>
            </a:r>
            <a:r>
              <a:rPr lang="en-ID" dirty="0"/>
              <a:t> &gt;= 75)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echo "Lulus";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echo "Tidak Lulus";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218835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18900-11D8-2CF4-D918-29734FF9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PERULANGAN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7401-F370-58A2-046B-426BD321A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n-NO" dirty="0"/>
              <a:t>&lt;?php</a:t>
            </a:r>
          </a:p>
          <a:p>
            <a:endParaRPr lang="nn-NO" dirty="0"/>
          </a:p>
          <a:p>
            <a:r>
              <a:rPr lang="nn-NO" dirty="0"/>
              <a:t>for ($i = 1; $i &lt;= 5; $i++) {</a:t>
            </a:r>
          </a:p>
          <a:p>
            <a:endParaRPr lang="nn-NO" dirty="0"/>
          </a:p>
          <a:p>
            <a:r>
              <a:rPr lang="nn-NO" dirty="0"/>
              <a:t>    echo "Halo &lt;br&gt;";</a:t>
            </a:r>
          </a:p>
          <a:p>
            <a:endParaRPr lang="nn-NO" dirty="0"/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nn-NO" dirty="0"/>
              <a:t>?&gt;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31141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496F-4A9A-880F-5DFF-84383E4A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4506-546F-9580-4BE3-2811B9E93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/>
              <a:t>$</a:t>
            </a:r>
            <a:r>
              <a:rPr lang="en-ID" dirty="0" err="1"/>
              <a:t>buah</a:t>
            </a:r>
            <a:r>
              <a:rPr lang="en-ID" dirty="0"/>
              <a:t> = ["Apel", "Mangga", "</a:t>
            </a:r>
            <a:r>
              <a:rPr lang="en-ID" dirty="0" err="1"/>
              <a:t>Jeruk</a:t>
            </a:r>
            <a:r>
              <a:rPr lang="en-ID" dirty="0"/>
              <a:t>"];</a:t>
            </a:r>
          </a:p>
          <a:p>
            <a:endParaRPr lang="en-ID" dirty="0"/>
          </a:p>
          <a:p>
            <a:r>
              <a:rPr lang="en-ID" dirty="0"/>
              <a:t>echo $</a:t>
            </a:r>
            <a:r>
              <a:rPr lang="en-ID" dirty="0" err="1"/>
              <a:t>buah</a:t>
            </a:r>
            <a:r>
              <a:rPr lang="en-ID" dirty="0"/>
              <a:t>[0];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357283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D053-DABD-79C6-2724-3EDFB0B7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Apa Itu GET dan POST?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4A55-436D-EC17-1E88-3C44FEA9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D" dirty="0" err="1"/>
              <a:t>Dalam</a:t>
            </a:r>
            <a:r>
              <a:rPr lang="en-ID" dirty="0"/>
              <a:t> website, data </a:t>
            </a:r>
            <a:r>
              <a:rPr lang="en-ID" dirty="0" err="1"/>
              <a:t>dari</a:t>
            </a:r>
            <a:r>
              <a:rPr lang="en-ID" dirty="0"/>
              <a:t> user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server.</a:t>
            </a:r>
          </a:p>
          <a:p>
            <a:pPr>
              <a:spcBef>
                <a:spcPts val="0"/>
              </a:spcBef>
            </a:pPr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/>
              <a:t>Login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 err="1"/>
              <a:t>Pencarian</a:t>
            </a:r>
            <a:r>
              <a:rPr lang="en-ID" dirty="0"/>
              <a:t>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 err="1"/>
              <a:t>Registrasi</a:t>
            </a:r>
            <a:r>
              <a:rPr lang="en-ID" dirty="0"/>
              <a:t>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/>
              <a:t>Input </a:t>
            </a:r>
            <a:r>
              <a:rPr lang="en-ID" dirty="0" err="1"/>
              <a:t>nilai</a:t>
            </a:r>
            <a:r>
              <a:rPr lang="en-ID" dirty="0"/>
              <a:t>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en-ID" dirty="0"/>
          </a:p>
          <a:p>
            <a:pPr>
              <a:spcBef>
                <a:spcPts val="0"/>
              </a:spcBef>
            </a:pPr>
            <a:r>
              <a:rPr lang="en-ID" dirty="0"/>
              <a:t>data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: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/>
              <a:t>GET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ID" dirty="0"/>
              <a:t>POST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en-ID" dirty="0"/>
          </a:p>
          <a:p>
            <a:pPr>
              <a:spcBef>
                <a:spcPts val="0"/>
              </a:spcBef>
            </a:pPr>
            <a:r>
              <a:rPr lang="en-ID" dirty="0" err="1"/>
              <a:t>Keduanya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Method HTTP</a:t>
            </a:r>
          </a:p>
          <a:p>
            <a:pPr marL="0" indent="0">
              <a:spcBef>
                <a:spcPts val="0"/>
              </a:spcBef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95095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9744-3330-1971-BF1A-75BB1868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Perbedaan</a:t>
            </a:r>
            <a:r>
              <a:rPr lang="en-ID" dirty="0"/>
              <a:t> GET dan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577BFB-9D37-4D09-70EF-FD619172F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166962"/>
              </p:ext>
            </p:extLst>
          </p:nvPr>
        </p:nvGraphicFramePr>
        <p:xfrm>
          <a:off x="1023938" y="2709015"/>
          <a:ext cx="9720262" cy="21945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83851423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80573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53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Data terlihat di 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Data tidak terlihat di 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391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Cocok untuk pencarian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Cocok untuk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6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Kurang aman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Lebih aman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00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Ada batas karakter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Bisa banyak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35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Bisa dibookmark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Tidak </a:t>
                      </a:r>
                      <a:r>
                        <a:rPr lang="en-ID" dirty="0" err="1"/>
                        <a:t>bisa</a:t>
                      </a:r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0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265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6CA5-6345-9CDF-F12F-8CB5944A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Contoh</a:t>
            </a:r>
            <a:r>
              <a:rPr lang="en-ID" dirty="0"/>
              <a:t>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1FBF-21D3-BF84-D35A-25BBBC360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&lt;form method="GET"&gt;</a:t>
            </a:r>
          </a:p>
          <a:p>
            <a:endParaRPr lang="en-US" dirty="0"/>
          </a:p>
          <a:p>
            <a:r>
              <a:rPr lang="en-US" dirty="0"/>
              <a:t>&lt;input type="text" name="nama"&gt;</a:t>
            </a:r>
          </a:p>
          <a:p>
            <a:endParaRPr lang="en-US" dirty="0"/>
          </a:p>
          <a:p>
            <a:r>
              <a:rPr lang="en-US" dirty="0"/>
              <a:t>&lt;button type="submit"&gt;</a:t>
            </a:r>
          </a:p>
          <a:p>
            <a:r>
              <a:rPr lang="en-US" dirty="0"/>
              <a:t>Kirim</a:t>
            </a:r>
          </a:p>
          <a:p>
            <a:r>
              <a:rPr lang="en-US" dirty="0"/>
              <a:t>&lt;/button&gt;</a:t>
            </a:r>
          </a:p>
          <a:p>
            <a:endParaRPr lang="en-US" dirty="0"/>
          </a:p>
          <a:p>
            <a:r>
              <a:rPr lang="en-US" dirty="0"/>
              <a:t>&lt;/form&gt;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91955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2A22-FD32-1C6F-1E97-57E38B63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Mengambil</a:t>
            </a:r>
            <a:r>
              <a:rPr lang="en-ID" dirty="0"/>
              <a:t> Data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0C088-13FE-E3B9-53B2-5FA4D8F6E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/>
              <a:t>echo $_GET['nama'];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966955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1AC8-F5AD-1779-7879-D6E9B6D5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Hasil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2327-4B74-427A-8509-1F251688F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Jika </a:t>
            </a:r>
            <a:r>
              <a:rPr lang="en-ID" dirty="0" err="1"/>
              <a:t>mengisi</a:t>
            </a:r>
            <a:r>
              <a:rPr lang="en-ID" dirty="0"/>
              <a:t>:</a:t>
            </a:r>
          </a:p>
          <a:p>
            <a:r>
              <a:rPr lang="en-ID" dirty="0"/>
              <a:t>Andrei</a:t>
            </a:r>
          </a:p>
          <a:p>
            <a:r>
              <a:rPr lang="en-ID" dirty="0"/>
              <a:t>Maka URL </a:t>
            </a:r>
            <a:r>
              <a:rPr lang="en-ID" dirty="0" err="1"/>
              <a:t>menjadi</a:t>
            </a:r>
            <a:r>
              <a:rPr lang="en-ID" dirty="0"/>
              <a:t>:</a:t>
            </a:r>
          </a:p>
          <a:p>
            <a:r>
              <a:rPr lang="en-ID" dirty="0"/>
              <a:t>localhost/</a:t>
            </a:r>
            <a:r>
              <a:rPr lang="en-ID" dirty="0" err="1"/>
              <a:t>belajarphp</a:t>
            </a:r>
            <a:r>
              <a:rPr lang="en-ID" dirty="0"/>
              <a:t>/?nama=Andrei (Data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di </a:t>
            </a:r>
            <a:r>
              <a:rPr lang="en-ID" dirty="0" err="1"/>
              <a:t>halaman</a:t>
            </a:r>
            <a:r>
              <a:rPr lang="en-ID" dirty="0"/>
              <a:t> URL)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37916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9199-1ACE-354D-3BB3-8E0E8967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Contoh</a:t>
            </a:r>
            <a:r>
              <a:rPr lang="en-ID" dirty="0"/>
              <a:t>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416E6-CB01-263D-981D-98FB81097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&lt;form method="POST"&gt;</a:t>
            </a:r>
          </a:p>
          <a:p>
            <a:endParaRPr lang="en-US" dirty="0"/>
          </a:p>
          <a:p>
            <a:r>
              <a:rPr lang="en-US" dirty="0"/>
              <a:t>&lt;input type="text" name="nama"&gt;</a:t>
            </a:r>
          </a:p>
          <a:p>
            <a:endParaRPr lang="en-US" dirty="0"/>
          </a:p>
          <a:p>
            <a:r>
              <a:rPr lang="en-US" dirty="0"/>
              <a:t>&lt;button type="submit"&gt;</a:t>
            </a:r>
          </a:p>
          <a:p>
            <a:r>
              <a:rPr lang="en-US" dirty="0"/>
              <a:t>Kirim</a:t>
            </a:r>
          </a:p>
          <a:p>
            <a:r>
              <a:rPr lang="en-US" dirty="0"/>
              <a:t>&lt;/button&gt;</a:t>
            </a:r>
          </a:p>
          <a:p>
            <a:endParaRPr lang="en-US" dirty="0"/>
          </a:p>
          <a:p>
            <a:r>
              <a:rPr lang="en-US" dirty="0"/>
              <a:t>&lt;/form&gt;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77845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7855-069A-057C-3368-1D6BBB32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Mengambil</a:t>
            </a:r>
            <a:r>
              <a:rPr lang="en-ID" dirty="0"/>
              <a:t> Data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E167-888D-D631-212F-A0187D063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/>
              <a:t>echo $_POST['nama'];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110396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0CF5-3853-150E-3BD8-515659B0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Hasil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B438-746C-C7D1-00D6-52A199A4D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/>
              <a:t>Saat dikirim:</a:t>
            </a:r>
          </a:p>
          <a:p>
            <a:r>
              <a:rPr lang="nn-NO" dirty="0"/>
              <a:t>Data tidak muncul di URL. </a:t>
            </a:r>
          </a:p>
          <a:p>
            <a:r>
              <a:rPr lang="nn-NO" dirty="0"/>
              <a:t>URL tetap:</a:t>
            </a:r>
          </a:p>
          <a:p>
            <a:r>
              <a:rPr lang="nn-NO" dirty="0"/>
              <a:t>localhost/belajarphp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03043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E024-02E0-3298-5424-A663840C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apa</a:t>
            </a:r>
            <a:r>
              <a:rPr lang="en-ID" dirty="0"/>
              <a:t> Itu $_GET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651E3-4E6F-1753-69DD-F4E695C0D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$_GET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PHP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data method GET.</a:t>
            </a:r>
          </a:p>
          <a:p>
            <a:endParaRPr lang="en-ID" dirty="0"/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&lt;?</a:t>
            </a:r>
            <a:r>
              <a:rPr lang="en-ID" dirty="0" err="1"/>
              <a:t>php</a:t>
            </a:r>
            <a:br>
              <a:rPr lang="en-ID" dirty="0"/>
            </a:br>
            <a:br>
              <a:rPr lang="en-ID" dirty="0"/>
            </a:br>
            <a:r>
              <a:rPr lang="en-ID" dirty="0"/>
              <a:t>echo $_GET['nama'];</a:t>
            </a:r>
            <a:br>
              <a:rPr lang="en-ID" dirty="0"/>
            </a:br>
            <a:br>
              <a:rPr lang="en-ID" dirty="0"/>
            </a:br>
            <a:r>
              <a:rPr lang="en-ID" dirty="0"/>
              <a:t>?&gt;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43841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05E1-72AA-B167-D6C2-CF346DF8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Apa Itu $_POST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3DB5-53C1-0E90-F7DD-FAF415F5E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$_POST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PHP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data method POST.</a:t>
            </a:r>
          </a:p>
          <a:p>
            <a:endParaRPr lang="en-ID" dirty="0"/>
          </a:p>
          <a:p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/>
              <a:t>&lt;?</a:t>
            </a:r>
            <a:r>
              <a:rPr lang="en-ID" dirty="0" err="1"/>
              <a:t>php</a:t>
            </a:r>
            <a:br>
              <a:rPr lang="en-ID" dirty="0"/>
            </a:br>
            <a:br>
              <a:rPr lang="en-ID" dirty="0"/>
            </a:br>
            <a:r>
              <a:rPr lang="en-ID" dirty="0"/>
              <a:t>echo $_POST['nama'];</a:t>
            </a:r>
            <a:br>
              <a:rPr lang="en-ID" dirty="0"/>
            </a:br>
            <a:br>
              <a:rPr lang="en-ID" dirty="0"/>
            </a:br>
            <a:r>
              <a:rPr lang="en-ID" dirty="0"/>
              <a:t>?&gt;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88256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C55B-CA78-162F-E482-E76B152F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621BB-3166-C7C5-0030-9FF772F1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CRUD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pengolahan</a:t>
            </a:r>
            <a:r>
              <a:rPr lang="en-ID" dirty="0"/>
              <a:t> data.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0D6550-E357-7C27-7CF3-6FA05F70D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166000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950222276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2124418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/>
                        <a:t>Huruf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/>
                        <a:t>Arti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11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19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18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374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03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217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8F60-2D67-8422-EE70-F4491622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KONEKSI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377E-C4F2-C13A-C1A9-B5740E4B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/>
              <a:t>$</a:t>
            </a:r>
            <a:r>
              <a:rPr lang="en-ID" dirty="0" err="1"/>
              <a:t>koneksi</a:t>
            </a:r>
            <a:r>
              <a:rPr lang="en-ID" dirty="0"/>
              <a:t> = </a:t>
            </a:r>
            <a:r>
              <a:rPr lang="en-ID" dirty="0" err="1"/>
              <a:t>mysqli_connect</a:t>
            </a:r>
            <a:r>
              <a:rPr lang="en-ID" dirty="0"/>
              <a:t>(</a:t>
            </a:r>
          </a:p>
          <a:p>
            <a:r>
              <a:rPr lang="en-ID" dirty="0"/>
              <a:t>    "localhost",</a:t>
            </a:r>
          </a:p>
          <a:p>
            <a:r>
              <a:rPr lang="en-ID" dirty="0"/>
              <a:t>    "root",</a:t>
            </a:r>
          </a:p>
          <a:p>
            <a:r>
              <a:rPr lang="en-ID" dirty="0"/>
              <a:t>    "",</a:t>
            </a:r>
          </a:p>
          <a:p>
            <a:r>
              <a:rPr lang="en-ID" dirty="0"/>
              <a:t>    "</a:t>
            </a:r>
            <a:r>
              <a:rPr lang="en-ID" dirty="0" err="1"/>
              <a:t>db_sekolah</a:t>
            </a:r>
            <a:r>
              <a:rPr lang="en-ID" dirty="0"/>
              <a:t>"</a:t>
            </a:r>
          </a:p>
          <a:p>
            <a:r>
              <a:rPr lang="en-ID" dirty="0"/>
              <a:t>);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769915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533A-E33D-2D40-95AF-2BDDC409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4945-1CB0-E77D-6348-4A7BC3C8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KONEKSI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D618-349C-BB65-E47C-A31AC7190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dirty="0" err="1"/>
              <a:t>Koneksi</a:t>
            </a:r>
            <a:r>
              <a:rPr lang="en-ID" dirty="0"/>
              <a:t> database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menghubungkan</a:t>
            </a:r>
            <a:r>
              <a:rPr lang="en-ID" dirty="0"/>
              <a:t> PHP </a:t>
            </a:r>
            <a:r>
              <a:rPr lang="en-ID" dirty="0" err="1"/>
              <a:t>dengan</a:t>
            </a:r>
            <a:r>
              <a:rPr lang="en-ID" dirty="0"/>
              <a:t> MySQL.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, PHP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, </a:t>
            </a:r>
            <a:r>
              <a:rPr lang="en-ID" dirty="0" err="1"/>
              <a:t>menambah</a:t>
            </a:r>
            <a:r>
              <a:rPr lang="en-ID" dirty="0"/>
              <a:t>, </a:t>
            </a:r>
            <a:r>
              <a:rPr lang="en-ID" dirty="0" err="1"/>
              <a:t>mengedit</a:t>
            </a:r>
            <a:r>
              <a:rPr lang="en-ID" dirty="0"/>
              <a:t>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database.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mysqli_connect</a:t>
            </a:r>
            <a:r>
              <a:rPr lang="en-ID" dirty="0"/>
              <a:t>()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PHP dan database MySQL.</a:t>
            </a:r>
          </a:p>
          <a:p>
            <a:r>
              <a:rPr lang="en-ID" dirty="0"/>
              <a:t>Bagian "localhost" </a:t>
            </a:r>
            <a:r>
              <a:rPr lang="en-ID" dirty="0" err="1"/>
              <a:t>berarti</a:t>
            </a:r>
            <a:r>
              <a:rPr lang="en-ID" dirty="0"/>
              <a:t> server database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 Bagian "root" </a:t>
            </a:r>
            <a:r>
              <a:rPr lang="en-ID" dirty="0" err="1"/>
              <a:t>adalah</a:t>
            </a:r>
            <a:r>
              <a:rPr lang="en-ID" dirty="0"/>
              <a:t> username database </a:t>
            </a:r>
            <a:r>
              <a:rPr lang="en-ID" dirty="0" err="1"/>
              <a:t>bawaan</a:t>
            </a:r>
            <a:r>
              <a:rPr lang="en-ID" dirty="0"/>
              <a:t> XAMPP. Bagian "" </a:t>
            </a:r>
            <a:r>
              <a:rPr lang="en-ID" dirty="0" err="1"/>
              <a:t>adalah</a:t>
            </a:r>
            <a:r>
              <a:rPr lang="en-ID" dirty="0"/>
              <a:t> password database, dan pada XAMPP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 </a:t>
            </a:r>
            <a:r>
              <a:rPr lang="en-ID" dirty="0" err="1"/>
              <a:t>Sedangkan</a:t>
            </a:r>
            <a:r>
              <a:rPr lang="en-ID" dirty="0"/>
              <a:t> "</a:t>
            </a:r>
            <a:r>
              <a:rPr lang="en-ID" dirty="0" err="1"/>
              <a:t>db_sekolah</a:t>
            </a:r>
            <a:r>
              <a:rPr lang="en-ID" dirty="0"/>
              <a:t>" </a:t>
            </a:r>
            <a:r>
              <a:rPr lang="en-ID" dirty="0" err="1"/>
              <a:t>adalah</a:t>
            </a:r>
            <a:r>
              <a:rPr lang="en-ID" dirty="0"/>
              <a:t> nama database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.</a:t>
            </a:r>
          </a:p>
          <a:p>
            <a:r>
              <a:rPr lang="en-ID" dirty="0"/>
              <a:t>Hasil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$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nanti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dipakai</a:t>
            </a:r>
            <a:r>
              <a:rPr lang="en-ID" dirty="0"/>
              <a:t> pada query SQL </a:t>
            </a:r>
            <a:r>
              <a:rPr lang="en-ID" dirty="0" err="1"/>
              <a:t>seperti</a:t>
            </a:r>
            <a:r>
              <a:rPr lang="en-ID" dirty="0"/>
              <a:t> INSERT, SELECT, UPDATE, dan DELETE.</a:t>
            </a:r>
          </a:p>
          <a:p>
            <a:r>
              <a:rPr lang="en-ID" dirty="0" err="1"/>
              <a:t>Biasanya</a:t>
            </a:r>
            <a:r>
              <a:rPr lang="en-ID" dirty="0"/>
              <a:t> file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nama </a:t>
            </a:r>
            <a:r>
              <a:rPr lang="en-ID" dirty="0" err="1"/>
              <a:t>koneksi.php</a:t>
            </a:r>
            <a:r>
              <a:rPr lang="en-ID" dirty="0"/>
              <a:t> 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berulang</a:t>
            </a:r>
            <a:r>
              <a:rPr lang="en-ID" dirty="0"/>
              <a:t> kali di </a:t>
            </a:r>
            <a:r>
              <a:rPr lang="en-ID" dirty="0" err="1"/>
              <a:t>setiap</a:t>
            </a:r>
            <a:r>
              <a:rPr lang="en-ID" dirty="0"/>
              <a:t> file. File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dipanggil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include.</a:t>
            </a:r>
          </a:p>
        </p:txBody>
      </p:sp>
    </p:spTree>
    <p:extLst>
      <p:ext uri="{BB962C8B-B14F-4D97-AF65-F5344CB8AC3E}">
        <p14:creationId xmlns:p14="http://schemas.microsoft.com/office/powerpoint/2010/main" val="3002090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A456-728C-A498-5619-44E819EF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9A92-EE2F-083B-CACA-9FBF98C4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KONEKSI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1CEF6-0946-37D1-7DC4-3DFDD2EF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include "</a:t>
            </a:r>
            <a:r>
              <a:rPr lang="en-ID" dirty="0" err="1"/>
              <a:t>koneksi.php</a:t>
            </a:r>
            <a:r>
              <a:rPr lang="en-ID" dirty="0"/>
              <a:t>";</a:t>
            </a:r>
          </a:p>
          <a:p>
            <a:endParaRPr lang="en-ID" dirty="0"/>
          </a:p>
          <a:p>
            <a:r>
              <a:rPr lang="en-ID" dirty="0" err="1"/>
              <a:t>Artinya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file </a:t>
            </a:r>
            <a:r>
              <a:rPr lang="en-ID" dirty="0" err="1"/>
              <a:t>koneksi.php</a:t>
            </a:r>
            <a:r>
              <a:rPr lang="en-ID" dirty="0"/>
              <a:t> </a:t>
            </a:r>
            <a:r>
              <a:rPr lang="en-ID" dirty="0" err="1"/>
              <a:t>dimasukkan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file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971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04AB-F6E5-3FB7-6CF2-34EC70CB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2E3F-C3AA-82A2-6FE4-F8689054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KONEKSI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D034-C8F0-9420-9EC9-566239D80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</a:t>
            </a:r>
            <a:r>
              <a:rPr lang="en-ID" dirty="0" err="1"/>
              <a:t>koneksi</a:t>
            </a:r>
            <a:r>
              <a:rPr lang="en-ID" dirty="0"/>
              <a:t> = </a:t>
            </a:r>
            <a:r>
              <a:rPr lang="en-ID" dirty="0" err="1"/>
              <a:t>mysqli_connect</a:t>
            </a:r>
            <a:r>
              <a:rPr lang="en-ID"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"localhost",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"root",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"",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"</a:t>
            </a:r>
            <a:r>
              <a:rPr lang="en-ID" dirty="0" err="1"/>
              <a:t>db_sekolah</a:t>
            </a:r>
            <a:r>
              <a:rPr lang="en-ID" dirty="0"/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if (!$</a:t>
            </a:r>
            <a:r>
              <a:rPr lang="en-ID" dirty="0" err="1"/>
              <a:t>koneksi</a:t>
            </a:r>
            <a:r>
              <a:rPr lang="en-ID" dirty="0"/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echo "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503947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7DCF-7A97-0206-9011-B0E41361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00C6-BCCD-B1B6-AC55-D1E1F390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KONEKSI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66BA-B85D-38F3-54D1-BF3A0D5ED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Kode if (!$</a:t>
            </a:r>
            <a:r>
              <a:rPr lang="en-ID" dirty="0" err="1"/>
              <a:t>koneksi</a:t>
            </a:r>
            <a:r>
              <a:rPr lang="en-ID" dirty="0"/>
              <a:t>) </a:t>
            </a:r>
            <a:r>
              <a:rPr lang="en-ID" dirty="0" err="1"/>
              <a:t>berarti</a:t>
            </a:r>
            <a:r>
              <a:rPr lang="en-ID" dirty="0"/>
              <a:t> “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”.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MySQL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dinyalakan</a:t>
            </a:r>
            <a:r>
              <a:rPr lang="en-ID" dirty="0"/>
              <a:t>, nama database salah, </a:t>
            </a:r>
            <a:r>
              <a:rPr lang="en-ID" dirty="0" err="1"/>
              <a:t>atau</a:t>
            </a:r>
            <a:r>
              <a:rPr lang="en-ID" dirty="0"/>
              <a:t> username/password salah.</a:t>
            </a:r>
          </a:p>
        </p:txBody>
      </p:sp>
    </p:spTree>
    <p:extLst>
      <p:ext uri="{BB962C8B-B14F-4D97-AF65-F5344CB8AC3E}">
        <p14:creationId xmlns:p14="http://schemas.microsoft.com/office/powerpoint/2010/main" val="26108554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125-CA85-5749-4D11-A0947928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CREATE (</a:t>
            </a:r>
            <a:r>
              <a:rPr lang="en-ID" dirty="0" err="1"/>
              <a:t>Menambah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9B855-0842-6B29-69DC-E1B42DA8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include "</a:t>
            </a:r>
            <a:r>
              <a:rPr lang="en-US" dirty="0" err="1"/>
              <a:t>koneksi.php</a:t>
            </a:r>
            <a:r>
              <a:rPr lang="en-US" dirty="0"/>
              <a:t>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mysqli_query</a:t>
            </a:r>
            <a:r>
              <a:rPr lang="en-US" dirty="0"/>
              <a:t>($</a:t>
            </a:r>
            <a:r>
              <a:rPr lang="en-US" dirty="0" err="1"/>
              <a:t>koneksi</a:t>
            </a:r>
            <a:r>
              <a:rPr lang="en-US" dirty="0"/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"INSERT INTO </a:t>
            </a:r>
            <a:r>
              <a:rPr lang="en-US" dirty="0" err="1"/>
              <a:t>siswa</a:t>
            </a:r>
            <a:r>
              <a:rPr lang="en-US" dirty="0"/>
              <a:t> VALUES(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'',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‘Andrei',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'RPL'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)");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?&gt;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5537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9553-75E3-3BEF-AE95-04C3050EF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112D-5352-D7A6-1005-C48B983D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CREATE (</a:t>
            </a:r>
            <a:r>
              <a:rPr lang="en-ID" dirty="0" err="1"/>
              <a:t>Menambah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9FE3-5659-8478-6346-E79297FB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Kode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menambahkan</a:t>
            </a:r>
            <a:r>
              <a:rPr lang="en-ID" dirty="0"/>
              <a:t> data </a:t>
            </a:r>
            <a:r>
              <a:rPr lang="en-ID" dirty="0" err="1"/>
              <a:t>ke</a:t>
            </a:r>
            <a:r>
              <a:rPr lang="en-ID" dirty="0"/>
              <a:t> database.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CREATE </a:t>
            </a:r>
            <a:r>
              <a:rPr lang="en-ID" dirty="0" err="1"/>
              <a:t>dalam</a:t>
            </a:r>
            <a:r>
              <a:rPr lang="en-ID" dirty="0"/>
              <a:t> CRUD.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mysqli_query</a:t>
            </a:r>
            <a:r>
              <a:rPr lang="en-ID" dirty="0"/>
              <a:t>()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SQL </a:t>
            </a:r>
            <a:r>
              <a:rPr lang="en-ID" dirty="0" err="1"/>
              <a:t>dari</a:t>
            </a:r>
            <a:r>
              <a:rPr lang="en-ID" dirty="0"/>
              <a:t> PHP </a:t>
            </a:r>
            <a:r>
              <a:rPr lang="en-ID" dirty="0" err="1"/>
              <a:t>ke</a:t>
            </a:r>
            <a:r>
              <a:rPr lang="en-ID" dirty="0"/>
              <a:t> MySQL.</a:t>
            </a:r>
          </a:p>
          <a:p>
            <a:r>
              <a:rPr lang="en-ID" dirty="0" err="1"/>
              <a:t>Perintah</a:t>
            </a:r>
            <a:r>
              <a:rPr lang="en-ID" dirty="0"/>
              <a:t> INSERT INTO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data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bernama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 </a:t>
            </a:r>
            <a:r>
              <a:rPr lang="en-ID" dirty="0" err="1"/>
              <a:t>Sedangkan</a:t>
            </a:r>
            <a:r>
              <a:rPr lang="en-ID" dirty="0"/>
              <a:t> VALUES </a:t>
            </a:r>
            <a:r>
              <a:rPr lang="en-ID" dirty="0" err="1"/>
              <a:t>berisi</a:t>
            </a:r>
            <a:r>
              <a:rPr lang="en-ID" dirty="0"/>
              <a:t> data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dimasukkan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.</a:t>
            </a:r>
          </a:p>
          <a:p>
            <a:r>
              <a:rPr lang="en-ID" dirty="0"/>
              <a:t>Bagian '' pada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id </a:t>
            </a:r>
            <a:r>
              <a:rPr lang="en-ID" dirty="0" err="1"/>
              <a:t>memakai</a:t>
            </a:r>
            <a:r>
              <a:rPr lang="en-ID" dirty="0"/>
              <a:t> AUTO_INCREMENT,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nomor</a:t>
            </a:r>
            <a:r>
              <a:rPr lang="en-ID" dirty="0"/>
              <a:t> id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oleh database.</a:t>
            </a:r>
          </a:p>
          <a:p>
            <a:r>
              <a:rPr lang="en-ID" dirty="0"/>
              <a:t>Data “Andrei"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nama, </a:t>
            </a:r>
            <a:r>
              <a:rPr lang="en-ID" dirty="0" err="1"/>
              <a:t>sedangkan</a:t>
            </a:r>
            <a:r>
              <a:rPr lang="en-ID" dirty="0"/>
              <a:t> "RPL"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9223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F7C5-4F60-25CF-20CD-F5013B7A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READ (</a:t>
            </a:r>
            <a:r>
              <a:rPr lang="en-ID" dirty="0" err="1"/>
              <a:t>Menampilkan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ABBE-1DA8-985E-94B9-E17437352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$data = </a:t>
            </a:r>
            <a:r>
              <a:rPr lang="en-ID" dirty="0" err="1"/>
              <a:t>mysqli_query</a:t>
            </a:r>
            <a:r>
              <a:rPr lang="en-ID" dirty="0"/>
              <a:t>($</a:t>
            </a:r>
            <a:r>
              <a:rPr lang="en-ID" dirty="0" err="1"/>
              <a:t>koneksi</a:t>
            </a:r>
            <a:r>
              <a:rPr lang="en-ID" dirty="0"/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"SELECT * FROM </a:t>
            </a:r>
            <a:r>
              <a:rPr lang="en-ID" dirty="0" err="1"/>
              <a:t>siswa</a:t>
            </a:r>
            <a:r>
              <a:rPr lang="en-ID" dirty="0"/>
              <a:t>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while ($d = </a:t>
            </a:r>
            <a:r>
              <a:rPr lang="en-ID" dirty="0" err="1"/>
              <a:t>mysqli_fetch_array</a:t>
            </a:r>
            <a:r>
              <a:rPr lang="en-ID" dirty="0"/>
              <a:t>($data))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    echo $d['nama'];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D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329672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F142-BAED-D169-E6F8-8AC366A6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8EEAC-8831-8811-D8BE-17E3209D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READ (</a:t>
            </a:r>
            <a:r>
              <a:rPr lang="en-ID" dirty="0" err="1"/>
              <a:t>Menampilkan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460D-B718-1B67-1AB7-68E0EE7A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Kode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database.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READ </a:t>
            </a:r>
            <a:r>
              <a:rPr lang="en-ID" dirty="0" err="1"/>
              <a:t>dalam</a:t>
            </a:r>
            <a:r>
              <a:rPr lang="en-ID" dirty="0"/>
              <a:t> CRUD.</a:t>
            </a:r>
          </a:p>
          <a:p>
            <a:r>
              <a:rPr lang="en-ID" dirty="0" err="1"/>
              <a:t>Perintah</a:t>
            </a:r>
            <a:r>
              <a:rPr lang="en-ID" dirty="0"/>
              <a:t> SQL SELECT * FROM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 Tanda *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.</a:t>
            </a:r>
          </a:p>
          <a:p>
            <a:r>
              <a:rPr lang="en-ID" dirty="0"/>
              <a:t>Hasil query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$data.</a:t>
            </a:r>
          </a:p>
          <a:p>
            <a:r>
              <a:rPr lang="en-ID" dirty="0"/>
              <a:t>Karena data </a:t>
            </a:r>
            <a:r>
              <a:rPr lang="en-ID" dirty="0" err="1"/>
              <a:t>dalam</a:t>
            </a:r>
            <a:r>
              <a:rPr lang="en-ID" dirty="0"/>
              <a:t> database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while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perulangan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data </a:t>
            </a:r>
            <a:r>
              <a:rPr lang="en-ID" dirty="0" err="1"/>
              <a:t>satu</a:t>
            </a:r>
            <a:r>
              <a:rPr lang="en-ID" dirty="0"/>
              <a:t> per </a:t>
            </a:r>
            <a:r>
              <a:rPr lang="en-ID" dirty="0" err="1"/>
              <a:t>satu</a:t>
            </a:r>
            <a:r>
              <a:rPr lang="en-ID" dirty="0"/>
              <a:t>.</a:t>
            </a:r>
          </a:p>
          <a:p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mysqli_fetch_array</a:t>
            </a:r>
            <a:r>
              <a:rPr lang="en-ID" dirty="0"/>
              <a:t>()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database dan </a:t>
            </a:r>
            <a:r>
              <a:rPr lang="en-ID" dirty="0" err="1"/>
              <a:t>menyimpannya</a:t>
            </a:r>
            <a:r>
              <a:rPr lang="en-ID" dirty="0"/>
              <a:t> </a:t>
            </a:r>
            <a:r>
              <a:rPr lang="en-ID" dirty="0" err="1"/>
              <a:t>sementara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$d.</a:t>
            </a:r>
          </a:p>
        </p:txBody>
      </p:sp>
    </p:spTree>
    <p:extLst>
      <p:ext uri="{BB962C8B-B14F-4D97-AF65-F5344CB8AC3E}">
        <p14:creationId xmlns:p14="http://schemas.microsoft.com/office/powerpoint/2010/main" val="2264500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CEDE-07FE-9446-E467-DF7C9BCD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UPDATE (</a:t>
            </a:r>
            <a:r>
              <a:rPr lang="en-ID" dirty="0" err="1"/>
              <a:t>Mengubah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4398-A837-61D4-DA77-CF6091F10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 err="1"/>
              <a:t>mysqli_query</a:t>
            </a:r>
            <a:r>
              <a:rPr lang="en-ID" dirty="0"/>
              <a:t>($</a:t>
            </a:r>
            <a:r>
              <a:rPr lang="en-ID" dirty="0" err="1"/>
              <a:t>koneksi</a:t>
            </a:r>
            <a:r>
              <a:rPr lang="en-ID" dirty="0"/>
              <a:t>,</a:t>
            </a:r>
          </a:p>
          <a:p>
            <a:r>
              <a:rPr lang="en-ID" dirty="0"/>
              <a:t>"UPDATE </a:t>
            </a:r>
            <a:r>
              <a:rPr lang="en-ID" dirty="0" err="1"/>
              <a:t>siswa</a:t>
            </a:r>
            <a:r>
              <a:rPr lang="en-ID" dirty="0"/>
              <a:t> SET nama=‘Andrei' WHERE id=1");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5809987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2A89-5405-B0C5-C733-84E7C913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4CF0-07A2-E396-32C2-A82D26A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UPDATE (</a:t>
            </a:r>
            <a:r>
              <a:rPr lang="en-ID" dirty="0" err="1"/>
              <a:t>Mengubah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F1BA-4E89-BDC3-C55D-33B11994E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Kode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data pada database.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UPDATE </a:t>
            </a:r>
            <a:r>
              <a:rPr lang="en-ID" dirty="0" err="1"/>
              <a:t>dalam</a:t>
            </a:r>
            <a:r>
              <a:rPr lang="en-ID" dirty="0"/>
              <a:t> CRUD.</a:t>
            </a:r>
          </a:p>
          <a:p>
            <a:r>
              <a:rPr lang="en-ID" dirty="0" err="1"/>
              <a:t>Perintah</a:t>
            </a:r>
            <a:r>
              <a:rPr lang="en-ID" dirty="0"/>
              <a:t> UPDATE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data 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</a:t>
            </a:r>
          </a:p>
          <a:p>
            <a:r>
              <a:rPr lang="en-ID" dirty="0"/>
              <a:t>Bagian: SET nama=‘Andrei'</a:t>
            </a:r>
          </a:p>
          <a:p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nama </a:t>
            </a:r>
            <a:r>
              <a:rPr lang="en-ID" dirty="0" err="1"/>
              <a:t>menjadi</a:t>
            </a:r>
            <a:r>
              <a:rPr lang="en-ID" dirty="0"/>
              <a:t> “Andrei”.</a:t>
            </a:r>
          </a:p>
          <a:p>
            <a:r>
              <a:rPr lang="en-ID" dirty="0" err="1"/>
              <a:t>Sedangkan</a:t>
            </a:r>
            <a:r>
              <a:rPr lang="en-ID" dirty="0"/>
              <a:t>: WHERE id=1</a:t>
            </a:r>
          </a:p>
          <a:p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id 1 yang </a:t>
            </a:r>
            <a:r>
              <a:rPr lang="en-ID" dirty="0" err="1"/>
              <a:t>diubah</a:t>
            </a:r>
            <a:r>
              <a:rPr lang="en-ID" dirty="0"/>
              <a:t>.</a:t>
            </a:r>
          </a:p>
          <a:p>
            <a:r>
              <a:rPr lang="en-ID" dirty="0"/>
              <a:t>WHERE sangat </a:t>
            </a:r>
            <a:r>
              <a:rPr lang="en-ID" dirty="0" err="1"/>
              <a:t>penting</a:t>
            </a:r>
            <a:r>
              <a:rPr lang="en-ID" dirty="0"/>
              <a:t>. Jika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memakai</a:t>
            </a:r>
            <a:r>
              <a:rPr lang="en-ID" dirty="0"/>
              <a:t> WHERE,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733387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C6CE-883C-021C-AA2E-3D489D85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DELETE (</a:t>
            </a:r>
            <a:r>
              <a:rPr lang="en-ID" dirty="0" err="1"/>
              <a:t>Menghapus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BC735-4664-3353-5AEA-89FF62D8D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&lt;?</a:t>
            </a:r>
            <a:r>
              <a:rPr lang="en-ID" dirty="0" err="1"/>
              <a:t>php</a:t>
            </a:r>
            <a:endParaRPr lang="en-ID" dirty="0"/>
          </a:p>
          <a:p>
            <a:endParaRPr lang="en-ID" dirty="0"/>
          </a:p>
          <a:p>
            <a:r>
              <a:rPr lang="en-ID" dirty="0" err="1"/>
              <a:t>mysqli_query</a:t>
            </a:r>
            <a:r>
              <a:rPr lang="en-ID" dirty="0"/>
              <a:t>($</a:t>
            </a:r>
            <a:r>
              <a:rPr lang="en-ID" dirty="0" err="1"/>
              <a:t>koneksi</a:t>
            </a:r>
            <a:r>
              <a:rPr lang="en-ID" dirty="0"/>
              <a:t>,</a:t>
            </a:r>
          </a:p>
          <a:p>
            <a:r>
              <a:rPr lang="en-ID" dirty="0"/>
              <a:t>"DELETE FROM </a:t>
            </a:r>
            <a:r>
              <a:rPr lang="en-ID" dirty="0" err="1"/>
              <a:t>siswa</a:t>
            </a:r>
            <a:r>
              <a:rPr lang="en-ID" dirty="0"/>
              <a:t> WHERE id=1");</a:t>
            </a:r>
          </a:p>
          <a:p>
            <a:endParaRPr lang="en-ID" dirty="0"/>
          </a:p>
          <a:p>
            <a:r>
              <a:rPr lang="en-ID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3847800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DD62-5496-B98E-EFA6-F4598D67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53AA-D4BD-9F2C-FE15-03342CE5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DELETE (</a:t>
            </a:r>
            <a:r>
              <a:rPr lang="en-ID" dirty="0" err="1"/>
              <a:t>Menghapus</a:t>
            </a:r>
            <a:r>
              <a:rPr lang="en-ID" dirty="0"/>
              <a:t>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07D77-6347-AF75-F85C-B95CCDF1B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Kode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database.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DELETE </a:t>
            </a:r>
            <a:r>
              <a:rPr lang="en-ID" dirty="0" err="1"/>
              <a:t>dalam</a:t>
            </a:r>
            <a:r>
              <a:rPr lang="en-ID" dirty="0"/>
              <a:t> CRUD.</a:t>
            </a:r>
          </a:p>
          <a:p>
            <a:r>
              <a:rPr lang="en-ID" dirty="0" err="1"/>
              <a:t>Perintah</a:t>
            </a:r>
            <a:r>
              <a:rPr lang="en-ID" dirty="0"/>
              <a:t>: DELETE FROM </a:t>
            </a:r>
            <a:r>
              <a:rPr lang="en-ID" dirty="0" err="1"/>
              <a:t>siswa</a:t>
            </a:r>
            <a:endParaRPr lang="en-ID" dirty="0"/>
          </a:p>
          <a:p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</a:t>
            </a:r>
          </a:p>
          <a:p>
            <a:r>
              <a:rPr lang="en-ID" dirty="0" err="1"/>
              <a:t>Sedangkan</a:t>
            </a:r>
            <a:r>
              <a:rPr lang="en-ID" dirty="0"/>
              <a:t>: WHERE id=1</a:t>
            </a:r>
          </a:p>
          <a:p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id 1 yang </a:t>
            </a:r>
            <a:r>
              <a:rPr lang="en-ID" dirty="0" err="1"/>
              <a:t>dihapus</a:t>
            </a:r>
            <a:r>
              <a:rPr lang="en-ID" dirty="0"/>
              <a:t>.</a:t>
            </a:r>
          </a:p>
          <a:p>
            <a:r>
              <a:rPr lang="en-ID" dirty="0"/>
              <a:t>WHERE 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DELETE. Jika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WHERE,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terhapus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723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4989-EE6D-CE07-20CD-532DB9CE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AECE-D505-5BBF-D0DF-DDDDA8D01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8092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</TotalTime>
  <Words>1868</Words>
  <Application>Microsoft Office PowerPoint</Application>
  <PresentationFormat>Widescreen</PresentationFormat>
  <Paragraphs>447</Paragraphs>
  <Slides>57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Tw Cen MT</vt:lpstr>
      <vt:lpstr>Tw Cen MT Condensed</vt:lpstr>
      <vt:lpstr>Wingdings 3</vt:lpstr>
      <vt:lpstr>Integral</vt:lpstr>
      <vt:lpstr>PHP</vt:lpstr>
      <vt:lpstr>PENGENALAN PHP</vt:lpstr>
      <vt:lpstr>Kepanjangan PHP</vt:lpstr>
      <vt:lpstr>Siapa Penemu PHP?</vt:lpstr>
      <vt:lpstr>Mengapa PHP Sangat Populer?</vt:lpstr>
      <vt:lpstr>Apa Bedanya HTML dan PHP?</vt:lpstr>
      <vt:lpstr>Apa Maksud Website Dinamis?</vt:lpstr>
      <vt:lpstr>Cara Kerja PHP</vt:lpstr>
      <vt:lpstr>Cara Kerja PHP</vt:lpstr>
      <vt:lpstr>Kenapa PHP Disebut Server Side?</vt:lpstr>
      <vt:lpstr>Studi kasus PHP di dunia nyata</vt:lpstr>
      <vt:lpstr>Software yang Dibutuhkan</vt:lpstr>
      <vt:lpstr>Software yang Dibutuhkan</vt:lpstr>
      <vt:lpstr>Apache</vt:lpstr>
      <vt:lpstr>MySQL</vt:lpstr>
      <vt:lpstr>PROGRAM PHP PERTAMA</vt:lpstr>
      <vt:lpstr>Membuat File PHP</vt:lpstr>
      <vt:lpstr>Struktur Dasar PHP</vt:lpstr>
      <vt:lpstr>Program Pertama</vt:lpstr>
      <vt:lpstr>Apa Itu echo?</vt:lpstr>
      <vt:lpstr>Menjalankan PHP</vt:lpstr>
      <vt:lpstr>VARIABEL</vt:lpstr>
      <vt:lpstr>Penulisan Variabel</vt:lpstr>
      <vt:lpstr>Menampilkan Variabel</vt:lpstr>
      <vt:lpstr>Aturan Variabel</vt:lpstr>
      <vt:lpstr>TIPE DATA</vt:lpstr>
      <vt:lpstr>OPERATOR</vt:lpstr>
      <vt:lpstr>INPUT FORM</vt:lpstr>
      <vt:lpstr>Mengambil Data Form</vt:lpstr>
      <vt:lpstr>PERCABANGAN if else</vt:lpstr>
      <vt:lpstr>PERULANGAN for</vt:lpstr>
      <vt:lpstr>ARRAY</vt:lpstr>
      <vt:lpstr>Apa Itu GET dan POST?</vt:lpstr>
      <vt:lpstr>Perbedaan GET dan POST</vt:lpstr>
      <vt:lpstr>Contoh GET</vt:lpstr>
      <vt:lpstr>Mengambil Data get</vt:lpstr>
      <vt:lpstr>Hasil GET</vt:lpstr>
      <vt:lpstr>Contoh POST</vt:lpstr>
      <vt:lpstr>Mengambil Data POST</vt:lpstr>
      <vt:lpstr>Hasil POST</vt:lpstr>
      <vt:lpstr>apa Itu $_GET ?</vt:lpstr>
      <vt:lpstr>Apa Itu $_POST ?</vt:lpstr>
      <vt:lpstr>CRUD</vt:lpstr>
      <vt:lpstr>KONEKSI DATABASE</vt:lpstr>
      <vt:lpstr>KONEKSI DATABASE</vt:lpstr>
      <vt:lpstr>KONEKSI DATABASE</vt:lpstr>
      <vt:lpstr>KONEKSI DATABASE</vt:lpstr>
      <vt:lpstr>KONEKSI DATABASE</vt:lpstr>
      <vt:lpstr>CREATE (Menambah Data)</vt:lpstr>
      <vt:lpstr>CREATE (Menambah Data)</vt:lpstr>
      <vt:lpstr>READ (Menampilkan Data)</vt:lpstr>
      <vt:lpstr>READ (Menampilkan Data)</vt:lpstr>
      <vt:lpstr>UPDATE (Mengubah Data)</vt:lpstr>
      <vt:lpstr>UPDATE (Mengubah Data)</vt:lpstr>
      <vt:lpstr>DELETE (Menghapus Data)</vt:lpstr>
      <vt:lpstr>DELETE (Menghapus Data)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 SUTIYANINGSIH</dc:creator>
  <cp:lastModifiedBy>NURI SUTIYANINGSIH</cp:lastModifiedBy>
  <cp:revision>1</cp:revision>
  <dcterms:created xsi:type="dcterms:W3CDTF">2026-05-07T13:08:08Z</dcterms:created>
  <dcterms:modified xsi:type="dcterms:W3CDTF">2026-05-07T14:11:07Z</dcterms:modified>
</cp:coreProperties>
</file>