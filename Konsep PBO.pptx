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F8F7C-3274-F9E3-70CB-5C1E956AEE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err="1"/>
              <a:t>Konsep</a:t>
            </a:r>
            <a:r>
              <a:rPr lang="en-US" sz="4800" dirty="0"/>
              <a:t> </a:t>
            </a:r>
            <a:r>
              <a:rPr lang="en-US" sz="4800" dirty="0" err="1"/>
              <a:t>Pemrograman</a:t>
            </a:r>
            <a:r>
              <a:rPr lang="en-US" sz="4800" dirty="0"/>
              <a:t> </a:t>
            </a:r>
            <a:r>
              <a:rPr lang="en-US" sz="4800" dirty="0" err="1"/>
              <a:t>berorientasi</a:t>
            </a:r>
            <a:r>
              <a:rPr lang="en-US" sz="4800" dirty="0"/>
              <a:t> </a:t>
            </a:r>
            <a:r>
              <a:rPr lang="en-US" sz="4800" dirty="0" err="1"/>
              <a:t>objek</a:t>
            </a:r>
            <a:endParaRPr lang="en-ID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BCA33-F9E1-7A42-6E85-4EFEB5142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321570" cy="1463040"/>
          </a:xfrm>
        </p:spPr>
        <p:txBody>
          <a:bodyPr/>
          <a:lstStyle/>
          <a:p>
            <a:r>
              <a:rPr lang="en-US" dirty="0"/>
              <a:t>Nuri </a:t>
            </a:r>
            <a:r>
              <a:rPr lang="en-US" dirty="0" err="1"/>
              <a:t>Sutiyaningsih</a:t>
            </a:r>
            <a:r>
              <a:rPr lang="en-US" dirty="0"/>
              <a:t>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  <a:p>
            <a:r>
              <a:rPr lang="en-US" dirty="0"/>
              <a:t>XI RPL 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61673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9B41-D424-9F32-7B68-DD2EB6BC2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Tujuan </a:t>
            </a:r>
            <a:r>
              <a:rPr lang="en-ID" dirty="0" err="1"/>
              <a:t>Pembelajaran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C42EC-6CBC-364E-B21E-8AA5CA182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PBO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class dan object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prinsip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PBO </a:t>
            </a:r>
            <a:r>
              <a:rPr lang="en-ID" dirty="0" err="1"/>
              <a:t>dalam</a:t>
            </a:r>
            <a:r>
              <a:rPr lang="en-ID" dirty="0"/>
              <a:t> Java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D" dirty="0" err="1"/>
              <a:t>Menghubungkan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PBO </a:t>
            </a:r>
            <a:r>
              <a:rPr lang="en-ID" dirty="0" err="1"/>
              <a:t>dengan</a:t>
            </a:r>
            <a:r>
              <a:rPr lang="en-ID" dirty="0"/>
              <a:t> dunia </a:t>
            </a:r>
            <a:r>
              <a:rPr lang="en-ID" dirty="0" err="1"/>
              <a:t>nyata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0617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3E542-F218-CBBE-8A83-68D778D00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Apa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Berorientasi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425F3-E4D4-BAF4-F2D2-5E8323D7E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Berorientasi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PBO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program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meniru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dunia </a:t>
            </a:r>
            <a:r>
              <a:rPr lang="en-ID" dirty="0" err="1"/>
              <a:t>nyata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/>
              <a:t>Dalam </a:t>
            </a:r>
            <a:r>
              <a:rPr lang="en-ID" dirty="0" err="1"/>
              <a:t>kehidupan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berpikir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langkah-langkah</a:t>
            </a:r>
            <a:r>
              <a:rPr lang="en-ID" dirty="0"/>
              <a:t> </a:t>
            </a:r>
            <a:r>
              <a:rPr lang="en-ID" dirty="0" err="1"/>
              <a:t>kaku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Contohnya</a:t>
            </a:r>
            <a:r>
              <a:rPr lang="en-ID" dirty="0"/>
              <a:t>,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memikirkan</a:t>
            </a:r>
            <a:r>
              <a:rPr lang="en-ID" dirty="0"/>
              <a:t> “</a:t>
            </a:r>
            <a:r>
              <a:rPr lang="en-ID" dirty="0" err="1"/>
              <a:t>siswa</a:t>
            </a:r>
            <a:r>
              <a:rPr lang="en-ID" dirty="0"/>
              <a:t>”, yang </a:t>
            </a:r>
            <a:r>
              <a:rPr lang="en-ID" dirty="0" err="1"/>
              <a:t>terbayang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urutan</a:t>
            </a:r>
            <a:r>
              <a:rPr lang="en-ID" dirty="0"/>
              <a:t> proses, </a:t>
            </a:r>
            <a:r>
              <a:rPr lang="en-ID" dirty="0" err="1"/>
              <a:t>melainkan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siswanya</a:t>
            </a:r>
            <a:r>
              <a:rPr lang="en-ID" dirty="0"/>
              <a:t>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data yang </a:t>
            </a:r>
            <a:r>
              <a:rPr lang="en-ID" dirty="0" err="1"/>
              <a:t>dimiliki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?</a:t>
            </a:r>
          </a:p>
          <a:p>
            <a:pPr algn="just"/>
            <a:r>
              <a:rPr lang="en-ID" dirty="0"/>
              <a:t>Java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agar program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, </a:t>
            </a:r>
            <a:r>
              <a:rPr lang="en-ID" dirty="0" err="1"/>
              <a:t>rapi</a:t>
            </a:r>
            <a:r>
              <a:rPr lang="en-ID" dirty="0"/>
              <a:t>,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937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706F-92E3-E64F-773C-5EF09481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Prosedural</a:t>
            </a:r>
            <a:r>
              <a:rPr lang="en-ID" dirty="0"/>
              <a:t> dan PBO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1BD5D-B37D-8141-23FE-1C49786AD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Prosedural</a:t>
            </a:r>
            <a:r>
              <a:rPr lang="en-ID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langkah-langkah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Data dan proses </a:t>
            </a:r>
            <a:r>
              <a:rPr lang="en-ID" dirty="0" err="1"/>
              <a:t>terpisah</a:t>
            </a: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Berorientasi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objek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Data dan proses </a:t>
            </a:r>
            <a:r>
              <a:rPr lang="en-ID" dirty="0" err="1"/>
              <a:t>menyatu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mendekati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berpikir</a:t>
            </a:r>
            <a:r>
              <a:rPr lang="en-ID" dirty="0"/>
              <a:t> </a:t>
            </a:r>
            <a:r>
              <a:rPr lang="en-ID" dirty="0" err="1"/>
              <a:t>manusia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09546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234B-AE91-591C-C996-1ACBAF2B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Class </a:t>
            </a:r>
            <a:r>
              <a:rPr lang="en-ID" dirty="0" err="1"/>
              <a:t>dalam</a:t>
            </a:r>
            <a:r>
              <a:rPr lang="en-ID" dirty="0"/>
              <a:t>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1216D-742A-3C95-09E7-17C3AD3B4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Class </a:t>
            </a:r>
            <a:r>
              <a:rPr lang="en-ID" dirty="0" err="1"/>
              <a:t>dalam</a:t>
            </a:r>
            <a:r>
              <a:rPr lang="en-ID" dirty="0"/>
              <a:t> Java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cetakan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benda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/>
              <a:t>Class </a:t>
            </a:r>
            <a:r>
              <a:rPr lang="en-ID" dirty="0" err="1"/>
              <a:t>mendeskripsikan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data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dimiliki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objek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tersebut</a:t>
            </a:r>
            <a:endParaRPr lang="en-ID" dirty="0"/>
          </a:p>
          <a:p>
            <a:pPr algn="just"/>
            <a:r>
              <a:rPr lang="en-ID" dirty="0"/>
              <a:t>Class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diibaratkan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rumah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, </a:t>
            </a:r>
            <a:r>
              <a:rPr lang="en-ID" dirty="0" err="1"/>
              <a:t>rumah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ditempati</a:t>
            </a:r>
            <a:r>
              <a:rPr lang="en-ID" dirty="0"/>
              <a:t>. Tapi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, </a:t>
            </a:r>
            <a:r>
              <a:rPr lang="en-ID" dirty="0" err="1"/>
              <a:t>rumah</a:t>
            </a:r>
            <a:r>
              <a:rPr lang="en-ID" dirty="0"/>
              <a:t> juga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dibangun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Java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mengizinkan</a:t>
            </a:r>
            <a:r>
              <a:rPr lang="en-ID" dirty="0"/>
              <a:t> program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class, </a:t>
            </a:r>
            <a:r>
              <a:rPr lang="en-ID" dirty="0" err="1"/>
              <a:t>karena</a:t>
            </a:r>
            <a:r>
              <a:rPr lang="en-ID" dirty="0"/>
              <a:t> class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fondasi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PBO.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7887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A7AF5-C743-C16E-FE65-573293F8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Object </a:t>
            </a:r>
            <a:r>
              <a:rPr lang="en-ID" dirty="0" err="1"/>
              <a:t>dalam</a:t>
            </a:r>
            <a:r>
              <a:rPr lang="en-ID" dirty="0"/>
              <a:t>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B65C2-04D4-E006-5FA2-DF93BE0D2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Object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class. Jika class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cetakan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object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cetakannya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Satu class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object, dan masing-masing object: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memiliki</a:t>
            </a:r>
            <a:r>
              <a:rPr lang="en-ID" dirty="0"/>
              <a:t> data </a:t>
            </a:r>
            <a:r>
              <a:rPr lang="en-ID" dirty="0" err="1"/>
              <a:t>sendiri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mengikuti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class</a:t>
            </a:r>
          </a:p>
          <a:p>
            <a:pPr algn="just"/>
            <a:r>
              <a:rPr lang="en-ID" dirty="0" err="1"/>
              <a:t>Inilah</a:t>
            </a:r>
            <a:r>
              <a:rPr lang="en-ID" dirty="0"/>
              <a:t> </a:t>
            </a:r>
            <a:r>
              <a:rPr lang="en-ID" dirty="0" err="1"/>
              <a:t>alasan</a:t>
            </a:r>
            <a:r>
              <a:rPr lang="en-ID" dirty="0"/>
              <a:t> Java </a:t>
            </a: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berulang-ulang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menulis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554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4417F-8246-C5EF-D892-29278916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Atribut</a:t>
            </a:r>
            <a:r>
              <a:rPr lang="en-ID" dirty="0"/>
              <a:t> dan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0BEC1-8432-12C7-E5FF-963D6AA8F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Dalam PBO, object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dua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Atribut</a:t>
            </a:r>
            <a:r>
              <a:rPr lang="en-ID" dirty="0"/>
              <a:t> =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data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Method =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menyatakan</a:t>
            </a:r>
            <a:r>
              <a:rPr lang="en-ID" dirty="0"/>
              <a:t> </a:t>
            </a:r>
            <a:r>
              <a:rPr lang="en-ID" dirty="0" err="1"/>
              <a:t>perilaku</a:t>
            </a:r>
            <a:endParaRPr lang="en-ID" dirty="0"/>
          </a:p>
          <a:p>
            <a:pPr algn="just"/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object. Method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aksi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object.</a:t>
            </a:r>
          </a:p>
          <a:p>
            <a:pPr algn="just"/>
            <a:r>
              <a:rPr lang="en-ID" dirty="0"/>
              <a:t>Hal </a:t>
            </a:r>
            <a:r>
              <a:rPr lang="en-ID" dirty="0" err="1"/>
              <a:t>penting</a:t>
            </a:r>
            <a:r>
              <a:rPr lang="en-ID" dirty="0"/>
              <a:t> yang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Data dan proses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dipisahkan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disatukan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object.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8990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5E7E-E327-8CA4-FC22-F7EE0B623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00FA-8D5A-D45F-65EB-AA676ECC3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/>
              <a:t>Constructor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sekadar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mengisi</a:t>
            </a:r>
            <a:r>
              <a:rPr lang="en-ID" dirty="0"/>
              <a:t> data.</a:t>
            </a:r>
            <a:br>
              <a:rPr lang="en-ID" dirty="0"/>
            </a:br>
            <a:r>
              <a:rPr lang="en-ID" dirty="0"/>
              <a:t>Constructor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mekanisme</a:t>
            </a:r>
            <a:r>
              <a:rPr lang="en-ID" dirty="0"/>
              <a:t> </a:t>
            </a:r>
            <a:r>
              <a:rPr lang="en-ID" dirty="0" err="1"/>
              <a:t>kelahiran</a:t>
            </a:r>
            <a:r>
              <a:rPr lang="en-ID" dirty="0"/>
              <a:t> object.</a:t>
            </a:r>
          </a:p>
          <a:p>
            <a:pPr algn="just"/>
            <a:r>
              <a:rPr lang="en-ID" dirty="0"/>
              <a:t>Saat </a:t>
            </a:r>
            <a:r>
              <a:rPr lang="en-ID" dirty="0" err="1"/>
              <a:t>sebuah</a:t>
            </a:r>
            <a:r>
              <a:rPr lang="en-ID" dirty="0"/>
              <a:t> object </a:t>
            </a:r>
            <a:r>
              <a:rPr lang="en-ID" dirty="0" err="1"/>
              <a:t>dibuat</a:t>
            </a:r>
            <a:r>
              <a:rPr lang="en-ID" dirty="0"/>
              <a:t>, Java </a:t>
            </a:r>
            <a:r>
              <a:rPr lang="en-ID" dirty="0" err="1"/>
              <a:t>memastikan</a:t>
            </a:r>
            <a:r>
              <a:rPr lang="en-ID" dirty="0"/>
              <a:t> constructor </a:t>
            </a:r>
            <a:r>
              <a:rPr lang="en-ID" dirty="0" err="1"/>
              <a:t>dijalankan</a:t>
            </a:r>
            <a:r>
              <a:rPr lang="en-ID" dirty="0"/>
              <a:t>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r>
              <a:rPr lang="en-ID" dirty="0"/>
              <a:t> agar object: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kosong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setengah</a:t>
            </a:r>
            <a:r>
              <a:rPr lang="en-ID" dirty="0"/>
              <a:t> </a:t>
            </a:r>
            <a:r>
              <a:rPr lang="en-ID" dirty="0" err="1"/>
              <a:t>jadi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digunakan</a:t>
            </a:r>
            <a:endParaRPr lang="en-ID" dirty="0"/>
          </a:p>
          <a:p>
            <a:pPr algn="just"/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Java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ingin</a:t>
            </a:r>
            <a:r>
              <a:rPr lang="en-ID" dirty="0"/>
              <a:t> object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keadaan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9947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F5D6A-CD5E-BDC0-9A02-B75B3DF3F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F0967-66FE-63E6-7872-076BC5C2F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Encapsulation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menyembunyikan</a:t>
            </a:r>
            <a:r>
              <a:rPr lang="en-ID" dirty="0"/>
              <a:t> data agar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 </a:t>
            </a:r>
            <a:r>
              <a:rPr lang="en-ID" dirty="0" err="1"/>
              <a:t>sembarangan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Di dunia </a:t>
            </a:r>
            <a:r>
              <a:rPr lang="en-ID" dirty="0" err="1"/>
              <a:t>nyata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saja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prosedur</a:t>
            </a:r>
            <a:r>
              <a:rPr lang="en-ID" dirty="0"/>
              <a:t> </a:t>
            </a:r>
            <a:r>
              <a:rPr lang="en-ID" dirty="0" err="1"/>
              <a:t>tertentu</a:t>
            </a:r>
            <a:endParaRPr lang="en-ID" dirty="0"/>
          </a:p>
          <a:p>
            <a:pPr algn="just"/>
            <a:r>
              <a:rPr lang="en-ID" dirty="0"/>
              <a:t>Di Java, </a:t>
            </a:r>
            <a:r>
              <a:rPr lang="en-ID" dirty="0" err="1"/>
              <a:t>prinsip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diterapkan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membatasi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data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resmi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data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61650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A501-0AD4-699E-881D-1A976CFC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Access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C00B1-502A-32F6-481E-B9D0CA674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Access modifier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bagian</a:t>
            </a:r>
            <a:r>
              <a:rPr lang="en-ID" dirty="0"/>
              <a:t> mana yang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dilihat</a:t>
            </a:r>
            <a:r>
              <a:rPr lang="en-ID" dirty="0"/>
              <a:t> dan </a:t>
            </a:r>
            <a:r>
              <a:rPr lang="en-ID" dirty="0" err="1"/>
              <a:t>diubah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luar</a:t>
            </a:r>
            <a:endParaRPr lang="en-ID" dirty="0"/>
          </a:p>
          <a:p>
            <a:pPr algn="just"/>
            <a:r>
              <a:rPr lang="en-ID" dirty="0"/>
              <a:t>Java </a:t>
            </a: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agar programmer: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ceroboh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data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mengontrol</a:t>
            </a:r>
            <a:r>
              <a:rPr lang="en-ID" dirty="0"/>
              <a:t> </a:t>
            </a:r>
            <a:r>
              <a:rPr lang="en-ID" dirty="0" err="1"/>
              <a:t>interaksi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class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50731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5DBD7-BDAF-D552-5780-8481D2A34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470E-CDDE-8A39-7A67-8A2BA7671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D" dirty="0"/>
              <a:t>Inheritance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pewarisan</a:t>
            </a:r>
            <a:r>
              <a:rPr lang="en-ID" dirty="0"/>
              <a:t> </a:t>
            </a:r>
            <a:r>
              <a:rPr lang="en-ID" dirty="0" err="1"/>
              <a:t>sifat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class.</a:t>
            </a:r>
          </a:p>
          <a:p>
            <a:pPr algn="just"/>
            <a:r>
              <a:rPr lang="en-ID" dirty="0"/>
              <a:t>Dalam </a:t>
            </a:r>
            <a:r>
              <a:rPr lang="en-ID" dirty="0" err="1"/>
              <a:t>kehidupan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manusia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guru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manusia</a:t>
            </a:r>
            <a:endParaRPr lang="en-ID" dirty="0"/>
          </a:p>
          <a:p>
            <a:pPr algn="just"/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ditulis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.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ditulis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,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diwariskan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Java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pengulangan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hierarki</a:t>
            </a:r>
            <a:r>
              <a:rPr lang="en-ID" dirty="0"/>
              <a:t> yang </a:t>
            </a:r>
            <a:r>
              <a:rPr lang="en-ID" dirty="0" err="1"/>
              <a:t>jelas</a:t>
            </a:r>
            <a:endParaRPr lang="en-ID" dirty="0"/>
          </a:p>
          <a:p>
            <a:pPr algn="just"/>
            <a:r>
              <a:rPr lang="en-ID" dirty="0" err="1"/>
              <a:t>Namun</a:t>
            </a:r>
            <a:r>
              <a:rPr lang="en-ID" dirty="0"/>
              <a:t> inheritance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logis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asal</a:t>
            </a:r>
            <a:r>
              <a:rPr lang="en-ID" dirty="0"/>
              <a:t> </a:t>
            </a:r>
            <a:r>
              <a:rPr lang="en-ID" dirty="0" err="1"/>
              <a:t>mewarisi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7793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F83B-721B-76AF-FE32-BF5AEEA8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57F9D-C9AD-7398-B795-C7CDCC18A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D" dirty="0"/>
              <a:t>Polymorphism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perintah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tergantung</a:t>
            </a:r>
            <a:r>
              <a:rPr lang="en-ID" dirty="0"/>
              <a:t> </a:t>
            </a:r>
            <a:r>
              <a:rPr lang="en-ID" dirty="0" err="1"/>
              <a:t>objeknya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Ini </a:t>
            </a:r>
            <a:r>
              <a:rPr lang="en-ID" dirty="0" err="1"/>
              <a:t>mencerminkan</a:t>
            </a:r>
            <a:r>
              <a:rPr lang="en-ID" dirty="0"/>
              <a:t> dunia </a:t>
            </a:r>
            <a:r>
              <a:rPr lang="en-ID" dirty="0" err="1"/>
              <a:t>nyata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perintah</a:t>
            </a:r>
            <a:r>
              <a:rPr lang="en-ID" dirty="0"/>
              <a:t> yang </a:t>
            </a:r>
            <a:r>
              <a:rPr lang="en-ID" dirty="0" err="1"/>
              <a:t>sama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dilakukan</a:t>
            </a:r>
            <a:r>
              <a:rPr lang="en-ID" dirty="0"/>
              <a:t> oleh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berbeda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hasilnya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berbeda</a:t>
            </a:r>
            <a:endParaRPr lang="en-ID" dirty="0"/>
          </a:p>
          <a:p>
            <a:pPr algn="just"/>
            <a:r>
              <a:rPr lang="en-ID" dirty="0"/>
              <a:t>Dalam Java, polymorphism </a:t>
            </a:r>
            <a:r>
              <a:rPr lang="en-ID" dirty="0" err="1"/>
              <a:t>membuat</a:t>
            </a:r>
            <a:r>
              <a:rPr lang="en-ID" dirty="0"/>
              <a:t> program: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kaku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menerima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di masa </a:t>
            </a:r>
            <a:r>
              <a:rPr lang="en-ID" dirty="0" err="1"/>
              <a:t>depan</a:t>
            </a:r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295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5790-B884-B6F4-A8AD-747DB4D2F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45C3D-62EA-CA5C-D3B5-AE35F9526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Abstraction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menyederhanakan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yang </a:t>
            </a:r>
            <a:r>
              <a:rPr lang="en-ID" dirty="0" err="1"/>
              <a:t>kompleks</a:t>
            </a:r>
            <a:r>
              <a:rPr lang="en-ID" dirty="0"/>
              <a:t>.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sesuatu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,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dilakukan</a:t>
            </a:r>
            <a:endParaRPr lang="en-ID" dirty="0"/>
          </a:p>
          <a:p>
            <a:pPr algn="just"/>
            <a:r>
              <a:rPr lang="en-ID" dirty="0"/>
              <a:t>Java </a:t>
            </a:r>
            <a:r>
              <a:rPr lang="en-ID" dirty="0" err="1"/>
              <a:t>menggunakan</a:t>
            </a:r>
            <a:r>
              <a:rPr lang="en-ID" dirty="0"/>
              <a:t> abstraction agar programmer: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fungsi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tenggelam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detail </a:t>
            </a:r>
            <a:r>
              <a:rPr lang="en-ID" dirty="0" err="1"/>
              <a:t>teknis</a:t>
            </a:r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17440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2477A-2F1B-7CF3-CC63-59EED064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88289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</TotalTime>
  <Words>615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Tw Cen MT</vt:lpstr>
      <vt:lpstr>Tw Cen MT Condensed</vt:lpstr>
      <vt:lpstr>Wingdings</vt:lpstr>
      <vt:lpstr>Wingdings 3</vt:lpstr>
      <vt:lpstr>Integral</vt:lpstr>
      <vt:lpstr>Konsep Pemrograman berorientasi objek</vt:lpstr>
      <vt:lpstr>Tujuan Pembelajaran</vt:lpstr>
      <vt:lpstr>Apa itu Pemrograman Berorientasi Objek?</vt:lpstr>
      <vt:lpstr>Perbedaan Prosedural dan PBO</vt:lpstr>
      <vt:lpstr>Class dalam Java</vt:lpstr>
      <vt:lpstr>Object dalam Java</vt:lpstr>
      <vt:lpstr>Atribut dan Method</vt:lpstr>
      <vt:lpstr>Constructor</vt:lpstr>
      <vt:lpstr>Encapsulation</vt:lpstr>
      <vt:lpstr>Access Modifier</vt:lpstr>
      <vt:lpstr>Inheritance</vt:lpstr>
      <vt:lpstr>Polymorphism</vt:lpstr>
      <vt:lpstr>Abstraction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NURI SUTIYANINGSIH</dc:creator>
  <cp:lastModifiedBy>NURI SUTIYANINGSIH</cp:lastModifiedBy>
  <cp:revision>2</cp:revision>
  <dcterms:created xsi:type="dcterms:W3CDTF">2026-01-29T02:52:48Z</dcterms:created>
  <dcterms:modified xsi:type="dcterms:W3CDTF">2026-05-07T13:30:31Z</dcterms:modified>
</cp:coreProperties>
</file>