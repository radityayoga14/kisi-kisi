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3" d="100"/>
          <a:sy n="43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1CF8-5DFF-5B21-F854-FB724AE340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Berorientasi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Lanjutan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71900D-D70E-7672-011F-D90141BB8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441492" cy="1463040"/>
          </a:xfrm>
        </p:spPr>
        <p:txBody>
          <a:bodyPr/>
          <a:lstStyle/>
          <a:p>
            <a:r>
              <a:rPr lang="en-US" dirty="0"/>
              <a:t>Nuri </a:t>
            </a:r>
            <a:r>
              <a:rPr lang="en-US" dirty="0" err="1"/>
              <a:t>Sutiyaningsih</a:t>
            </a:r>
            <a:r>
              <a:rPr lang="en-US" dirty="0"/>
              <a:t>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  <a:p>
            <a:r>
              <a:rPr lang="en-US" dirty="0"/>
              <a:t>XI RPL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38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C724-8C7C-C53C-69AC-75EB2141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Pengantar</a:t>
            </a:r>
            <a:r>
              <a:rPr lang="en-ID" dirty="0"/>
              <a:t> Materi </a:t>
            </a:r>
            <a:r>
              <a:rPr lang="en-ID" dirty="0" err="1"/>
              <a:t>Lanjutan</a:t>
            </a:r>
            <a:r>
              <a:rPr lang="en-ID" dirty="0"/>
              <a:t> PBO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D7A3C-5C24-E361-2DAC-2EB298135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Setelah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dasar</a:t>
            </a:r>
            <a:r>
              <a:rPr lang="en-ID" dirty="0"/>
              <a:t> PBO, </a:t>
            </a:r>
            <a:r>
              <a:rPr lang="en-ID" dirty="0" err="1"/>
              <a:t>sekarang</a:t>
            </a:r>
            <a:r>
              <a:rPr lang="en-ID" dirty="0"/>
              <a:t>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lanjutan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Pada </a:t>
            </a:r>
            <a:r>
              <a:rPr lang="en-ID" dirty="0" err="1"/>
              <a:t>tahap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fokus</a:t>
            </a:r>
            <a:r>
              <a:rPr lang="en-ID" dirty="0"/>
              <a:t> </a:t>
            </a:r>
            <a:r>
              <a:rPr lang="en-ID" dirty="0" err="1"/>
              <a:t>pembelajaran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lagi</a:t>
            </a:r>
            <a:r>
              <a:rPr lang="en-ID" dirty="0"/>
              <a:t> </a:t>
            </a:r>
            <a:r>
              <a:rPr lang="en-ID" dirty="0" err="1"/>
              <a:t>menghafal</a:t>
            </a:r>
            <a:r>
              <a:rPr lang="en-ID" dirty="0"/>
              <a:t> </a:t>
            </a:r>
            <a:r>
              <a:rPr lang="en-ID" dirty="0" err="1"/>
              <a:t>istilah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memahami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object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membentuk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Dalam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, object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berdiri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berinteraksi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suatu</a:t>
            </a:r>
            <a:r>
              <a:rPr lang="en-ID" dirty="0"/>
              <a:t> </a:t>
            </a:r>
            <a:r>
              <a:rPr lang="en-ID" dirty="0" err="1"/>
              <a:t>pekerjaan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13033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532C-B18C-D862-80E1-B9901EA4D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Aplikasi</a:t>
            </a:r>
            <a:r>
              <a:rPr lang="en-ID" dirty="0"/>
              <a:t> Adalah Kumpulan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0F5B8-0C6B-F08A-092C-ACB1E7B61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sebenarnya</a:t>
            </a:r>
            <a:r>
              <a:rPr lang="en-ID" dirty="0"/>
              <a:t> </a:t>
            </a:r>
            <a:r>
              <a:rPr lang="en-ID" dirty="0" err="1"/>
              <a:t>hanyalah</a:t>
            </a:r>
            <a:r>
              <a:rPr lang="en-ID" dirty="0"/>
              <a:t> </a:t>
            </a:r>
            <a:r>
              <a:rPr lang="en-ID" dirty="0" err="1"/>
              <a:t>kumpulan</a:t>
            </a:r>
            <a:r>
              <a:rPr lang="en-ID" dirty="0"/>
              <a:t> object yang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Setiap</a:t>
            </a:r>
            <a:r>
              <a:rPr lang="en-ID" dirty="0"/>
              <a:t> object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masing-masing dan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mengambil</a:t>
            </a:r>
            <a:r>
              <a:rPr lang="en-ID" dirty="0"/>
              <a:t> </a:t>
            </a:r>
            <a:r>
              <a:rPr lang="en-ID" dirty="0" err="1"/>
              <a:t>alih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object lain.</a:t>
            </a:r>
          </a:p>
          <a:p>
            <a:pPr algn="just"/>
            <a:r>
              <a:rPr lang="en-ID" dirty="0" err="1"/>
              <a:t>Contohnya</a:t>
            </a:r>
            <a:r>
              <a:rPr lang="en-ID" dirty="0"/>
              <a:t> pada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sekolah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Object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menyimpan</a:t>
            </a:r>
            <a:r>
              <a:rPr lang="en-ID" dirty="0"/>
              <a:t> data </a:t>
            </a:r>
            <a:r>
              <a:rPr lang="en-ID" dirty="0" err="1"/>
              <a:t>siswa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Object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daftar </a:t>
            </a:r>
            <a:r>
              <a:rPr lang="en-ID" dirty="0" err="1"/>
              <a:t>siswa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Object Guru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kegiatan</a:t>
            </a:r>
            <a:r>
              <a:rPr lang="en-ID" dirty="0"/>
              <a:t> </a:t>
            </a:r>
            <a:r>
              <a:rPr lang="en-ID" dirty="0" err="1"/>
              <a:t>belajar</a:t>
            </a:r>
            <a:endParaRPr lang="en-ID" dirty="0"/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rapi</a:t>
            </a:r>
            <a:r>
              <a:rPr lang="en-ID" dirty="0"/>
              <a:t> dan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dikembangkan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5561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DD1F-5C81-20BA-7C8B-926F86B5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Interaksi</a:t>
            </a:r>
            <a:r>
              <a:rPr lang="en-ID" dirty="0"/>
              <a:t> Antar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80E60-DEDC-6D6E-E037-AFE3A4149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Interaksi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object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object </a:t>
            </a:r>
            <a:r>
              <a:rPr lang="en-ID" dirty="0" err="1"/>
              <a:t>menggunakan</a:t>
            </a:r>
            <a:r>
              <a:rPr lang="en-ID" dirty="0"/>
              <a:t> object lain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menyelesaikan</a:t>
            </a:r>
            <a:r>
              <a:rPr lang="en-ID" dirty="0"/>
              <a:t> </a:t>
            </a:r>
            <a:r>
              <a:rPr lang="en-ID" dirty="0" err="1"/>
              <a:t>tugasnya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Misalnya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Object </a:t>
            </a:r>
            <a:r>
              <a:rPr lang="en-ID" dirty="0" err="1"/>
              <a:t>Transaksi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object </a:t>
            </a:r>
            <a:r>
              <a:rPr lang="en-ID" dirty="0" err="1"/>
              <a:t>Produk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Object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dirty="0" err="1"/>
              <a:t>membutuhkan</a:t>
            </a:r>
            <a:r>
              <a:rPr lang="en-ID" dirty="0"/>
              <a:t> object </a:t>
            </a:r>
            <a:r>
              <a:rPr lang="en-ID" dirty="0" err="1"/>
              <a:t>Siswa</a:t>
            </a:r>
            <a:endParaRPr lang="en-ID" dirty="0"/>
          </a:p>
          <a:p>
            <a:pPr algn="just"/>
            <a:r>
              <a:rPr lang="en-ID" dirty="0"/>
              <a:t>Dalam PBO, object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bekerja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saling</a:t>
            </a:r>
            <a:r>
              <a:rPr lang="en-ID" dirty="0"/>
              <a:t> </a:t>
            </a:r>
            <a:r>
              <a:rPr lang="en-ID" dirty="0" err="1"/>
              <a:t>membantu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perannya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39297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CCC8E-1FCB-29F0-AD58-FC6CA2A3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 Class, Satu </a:t>
            </a:r>
            <a:r>
              <a:rPr lang="en-US" dirty="0" err="1"/>
              <a:t>Tanggung</a:t>
            </a:r>
            <a:r>
              <a:rPr lang="en-US" dirty="0"/>
              <a:t> Jawab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8E1C6-D269-64D0-8530-55259B3DF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Dalam PBO yang </a:t>
            </a:r>
            <a:r>
              <a:rPr lang="en-ID" dirty="0" err="1"/>
              <a:t>baik</a:t>
            </a:r>
            <a:r>
              <a:rPr lang="en-ID" dirty="0"/>
              <a:t>, </a:t>
            </a:r>
            <a:r>
              <a:rPr lang="en-ID" dirty="0" err="1"/>
              <a:t>satu</a:t>
            </a:r>
            <a:r>
              <a:rPr lang="en-ID" dirty="0"/>
              <a:t> class </a:t>
            </a:r>
            <a:r>
              <a:rPr lang="en-ID" dirty="0" err="1"/>
              <a:t>sebaiknya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.</a:t>
            </a:r>
          </a:p>
          <a:p>
            <a:pPr algn="just"/>
            <a:r>
              <a:rPr lang="en-ID" dirty="0"/>
              <a:t>Jika </a:t>
            </a:r>
            <a:r>
              <a:rPr lang="en-ID" dirty="0" err="1"/>
              <a:t>satu</a:t>
            </a:r>
            <a:r>
              <a:rPr lang="en-ID" dirty="0"/>
              <a:t> class </a:t>
            </a:r>
            <a:r>
              <a:rPr lang="en-ID" dirty="0" err="1"/>
              <a:t>menangani</a:t>
            </a:r>
            <a:r>
              <a:rPr lang="en-ID" dirty="0"/>
              <a:t> </a:t>
            </a:r>
            <a:r>
              <a:rPr lang="en-ID" dirty="0" err="1"/>
              <a:t>terlalu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hal</a:t>
            </a:r>
            <a:r>
              <a:rPr lang="en-ID" dirty="0"/>
              <a:t>, </a:t>
            </a:r>
            <a:r>
              <a:rPr lang="en-ID" dirty="0" err="1"/>
              <a:t>maka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kode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dipahami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sulit</a:t>
            </a:r>
            <a:r>
              <a:rPr lang="en-ID" dirty="0"/>
              <a:t> </a:t>
            </a:r>
            <a:r>
              <a:rPr lang="en-ID" dirty="0" err="1"/>
              <a:t>diperbaiki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terjadi</a:t>
            </a:r>
            <a:r>
              <a:rPr lang="en-ID" dirty="0"/>
              <a:t> </a:t>
            </a:r>
            <a:r>
              <a:rPr lang="en-ID" dirty="0" err="1"/>
              <a:t>kesalahan</a:t>
            </a:r>
            <a:endParaRPr lang="en-ID" dirty="0"/>
          </a:p>
          <a:p>
            <a:pPr algn="just"/>
            <a:r>
              <a:rPr lang="en-ID" dirty="0" err="1"/>
              <a:t>Contohnya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Class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data </a:t>
            </a:r>
            <a:r>
              <a:rPr lang="en-ID" dirty="0" err="1"/>
              <a:t>siswa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Perhitungan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dikelola</a:t>
            </a:r>
            <a:r>
              <a:rPr lang="en-ID" dirty="0"/>
              <a:t> oleh class lain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2799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4781D-028E-E07F-7C07-95E91B553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Object </a:t>
            </a:r>
            <a:r>
              <a:rPr lang="en-ID" dirty="0" err="1"/>
              <a:t>sebagai</a:t>
            </a:r>
            <a:r>
              <a:rPr lang="en-ID" dirty="0"/>
              <a:t> Data </a:t>
            </a:r>
            <a:r>
              <a:rPr lang="en-ID" dirty="0" err="1"/>
              <a:t>Aplikasi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1425F-1670-8652-AF33-BE114D51D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Pada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, data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angka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/>
              <a:t>Data juga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object.</a:t>
            </a:r>
          </a:p>
          <a:p>
            <a:pPr algn="just"/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daftar </a:t>
            </a:r>
            <a:r>
              <a:rPr lang="en-ID" dirty="0" err="1"/>
              <a:t>siswa</a:t>
            </a:r>
            <a:r>
              <a:rPr lang="en-ID" dirty="0"/>
              <a:t> = </a:t>
            </a:r>
            <a:r>
              <a:rPr lang="en-ID" dirty="0" err="1"/>
              <a:t>kumpulan</a:t>
            </a:r>
            <a:r>
              <a:rPr lang="en-ID" dirty="0"/>
              <a:t> object </a:t>
            </a:r>
            <a:r>
              <a:rPr lang="en-ID" dirty="0" err="1"/>
              <a:t>Siswa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daftar </a:t>
            </a:r>
            <a:r>
              <a:rPr lang="en-ID" dirty="0" err="1"/>
              <a:t>produk</a:t>
            </a:r>
            <a:r>
              <a:rPr lang="en-ID" dirty="0"/>
              <a:t> = </a:t>
            </a:r>
            <a:r>
              <a:rPr lang="en-ID" dirty="0" err="1"/>
              <a:t>kumpulan</a:t>
            </a:r>
            <a:r>
              <a:rPr lang="en-ID" dirty="0"/>
              <a:t> object </a:t>
            </a:r>
            <a:r>
              <a:rPr lang="en-ID" dirty="0" err="1"/>
              <a:t>Produk</a:t>
            </a:r>
            <a:endParaRPr lang="en-ID" dirty="0"/>
          </a:p>
          <a:p>
            <a:pPr algn="just"/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mengelola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data </a:t>
            </a:r>
            <a:r>
              <a:rPr lang="en-ID" dirty="0" err="1"/>
              <a:t>sekaligus</a:t>
            </a:r>
            <a:r>
              <a:rPr lang="en-ID" dirty="0"/>
              <a:t>, </a:t>
            </a:r>
            <a:r>
              <a:rPr lang="en-ID" dirty="0" err="1"/>
              <a:t>seperti</a:t>
            </a:r>
            <a:r>
              <a:rPr lang="en-ID" dirty="0"/>
              <a:t> pada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kasir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2741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5009-5206-D5FF-826D-F4E3E614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Alur Kerja Aplikasi Berbasis Object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CE2CC-FFAE-0B1F-68DA-69FD415D1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PBO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alur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 yang </a:t>
            </a:r>
            <a:r>
              <a:rPr lang="en-ID" dirty="0" err="1"/>
              <a:t>hampir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object </a:t>
            </a:r>
            <a:r>
              <a:rPr lang="en-ID" dirty="0" err="1"/>
              <a:t>dibuat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</a:t>
            </a:r>
            <a:r>
              <a:rPr lang="en-ID" dirty="0" err="1"/>
              <a:t>diisi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object </a:t>
            </a:r>
            <a:r>
              <a:rPr lang="en-ID" dirty="0" err="1"/>
              <a:t>digunakan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ditampilkan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0229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307E-0D2F-CB61-10E5-5FCC77847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Validasi</a:t>
            </a:r>
            <a:r>
              <a:rPr lang="en-ID" dirty="0"/>
              <a:t> Data oleh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914FA-D7C7-9411-3BCF-31F5BD786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 err="1"/>
              <a:t>Setiap</a:t>
            </a:r>
            <a:r>
              <a:rPr lang="en-ID" dirty="0"/>
              <a:t> object </a:t>
            </a:r>
            <a:r>
              <a:rPr lang="en-ID" dirty="0" err="1"/>
              <a:t>bertanggung</a:t>
            </a:r>
            <a:r>
              <a:rPr lang="en-ID" dirty="0"/>
              <a:t> </a:t>
            </a:r>
            <a:r>
              <a:rPr lang="en-ID" dirty="0" err="1"/>
              <a:t>jawab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datanya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Artinya</a:t>
            </a:r>
            <a:r>
              <a:rPr lang="en-ID" dirty="0"/>
              <a:t>, data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diisi</a:t>
            </a:r>
            <a:r>
              <a:rPr lang="en-ID" dirty="0"/>
              <a:t> </a:t>
            </a:r>
            <a:r>
              <a:rPr lang="en-ID" dirty="0" err="1"/>
              <a:t>sembarangan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Contoh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di </a:t>
            </a:r>
            <a:r>
              <a:rPr lang="en-ID" dirty="0" err="1"/>
              <a:t>bawah</a:t>
            </a:r>
            <a:r>
              <a:rPr lang="en-ID" dirty="0"/>
              <a:t> 0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 err="1"/>
              <a:t>saldo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negatif</a:t>
            </a:r>
            <a:endParaRPr lang="en-ID" dirty="0"/>
          </a:p>
          <a:p>
            <a:pPr algn="just"/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aman</a:t>
            </a:r>
            <a:r>
              <a:rPr lang="en-ID" dirty="0"/>
              <a:t> dan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mendekati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</a:t>
            </a:r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9228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10EB7-4708-9EC5-9768-89DFC28C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Penggunaan</a:t>
            </a:r>
            <a:r>
              <a:rPr lang="en-ID" dirty="0"/>
              <a:t> Class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Berulang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3480A-9B94-AEE9-DB26-1D1AA60C0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Class </a:t>
            </a:r>
            <a:r>
              <a:rPr lang="en-ID" dirty="0" err="1"/>
              <a:t>dalam</a:t>
            </a:r>
            <a:r>
              <a:rPr lang="en-ID" dirty="0"/>
              <a:t> PBO </a:t>
            </a:r>
            <a:r>
              <a:rPr lang="en-ID" dirty="0" err="1"/>
              <a:t>dibuat</a:t>
            </a:r>
            <a:r>
              <a:rPr lang="en-ID" dirty="0"/>
              <a:t> </a:t>
            </a:r>
            <a:r>
              <a:rPr lang="en-ID" dirty="0" err="1"/>
              <a:t>sekali</a:t>
            </a:r>
            <a:r>
              <a:rPr lang="en-ID" dirty="0"/>
              <a:t>, </a:t>
            </a:r>
            <a:r>
              <a:rPr lang="en-ID" dirty="0" err="1"/>
              <a:t>tetapi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berkali</a:t>
            </a:r>
            <a:r>
              <a:rPr lang="en-ID" dirty="0"/>
              <a:t>-kali di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Contohnya</a:t>
            </a:r>
            <a:r>
              <a:rPr lang="en-ID" dirty="0"/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class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kasir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class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laporan</a:t>
            </a:r>
            <a:endParaRPr lang="en-ID" dirty="0"/>
          </a:p>
          <a:p>
            <a:pPr marL="457200" indent="-457200" algn="just">
              <a:buFont typeface="+mj-lt"/>
              <a:buAutoNum type="arabicPeriod"/>
            </a:pPr>
            <a:r>
              <a:rPr lang="en-ID" dirty="0"/>
              <a:t>class </a:t>
            </a:r>
            <a:r>
              <a:rPr lang="en-ID" dirty="0" err="1"/>
              <a:t>Produk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di </a:t>
            </a:r>
            <a:r>
              <a:rPr lang="en-ID" dirty="0" err="1"/>
              <a:t>stok</a:t>
            </a:r>
            <a:endParaRPr lang="en-ID" dirty="0"/>
          </a:p>
          <a:p>
            <a:pPr algn="just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6043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B8CB-9088-2654-4056-2E455DEC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/>
              <a:t> Kasih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75911-7FD0-8CE3-9E9F-7FE87150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000471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</TotalTime>
  <Words>394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Tw Cen MT</vt:lpstr>
      <vt:lpstr>Tw Cen MT Condensed</vt:lpstr>
      <vt:lpstr>Wingdings 3</vt:lpstr>
      <vt:lpstr>Integral</vt:lpstr>
      <vt:lpstr>Pemrograman Berorientasi Objek Lanjutan</vt:lpstr>
      <vt:lpstr>Pengantar Materi Lanjutan PBO</vt:lpstr>
      <vt:lpstr>Aplikasi Adalah Kumpulan Object</vt:lpstr>
      <vt:lpstr>Interaksi Antar Object</vt:lpstr>
      <vt:lpstr>Satu Class, Satu Tanggung Jawab</vt:lpstr>
      <vt:lpstr>Object sebagai Data Aplikasi</vt:lpstr>
      <vt:lpstr>Alur Kerja Aplikasi Berbasis Object</vt:lpstr>
      <vt:lpstr>Validasi Data oleh Object</vt:lpstr>
      <vt:lpstr>Penggunaan Class Secara Berulang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NURI SUTIYANINGSIH</dc:creator>
  <cp:lastModifiedBy>NURI SUTIYANINGSIH</cp:lastModifiedBy>
  <cp:revision>2</cp:revision>
  <dcterms:created xsi:type="dcterms:W3CDTF">2026-01-29T04:16:03Z</dcterms:created>
  <dcterms:modified xsi:type="dcterms:W3CDTF">2026-05-07T13:31:31Z</dcterms:modified>
</cp:coreProperties>
</file>